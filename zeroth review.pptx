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8" r:id="rId3"/>
    <p:sldId id="269" r:id="rId4"/>
    <p:sldId id="267" r:id="rId5"/>
    <p:sldId id="270" r:id="rId6"/>
    <p:sldId id="268" r:id="rId7"/>
    <p:sldId id="275" r:id="rId8"/>
    <p:sldId id="271" r:id="rId9"/>
    <p:sldId id="276" r:id="rId10"/>
    <p:sldId id="266" r:id="rId11"/>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04A3AF-A83D-474C-8ECC-2BE069D8F1A5}" v="21" dt="2026-06-05T07:47:58.860"/>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03" autoAdjust="0"/>
    <p:restoredTop sz="94660"/>
  </p:normalViewPr>
  <p:slideViewPr>
    <p:cSldViewPr snapToGrid="0">
      <p:cViewPr varScale="1">
        <p:scale>
          <a:sx n="82" d="100"/>
          <a:sy n="82" d="100"/>
        </p:scale>
        <p:origin x="64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uthi Bukke" userId="3c7b8deb468272bb" providerId="LiveId" clId="{BFAF1581-2145-4BC0-B692-0741B95F7BDF}"/>
    <pc:docChg chg="undo redo custSel addSld delSld modSld">
      <pc:chgData name="Sruthi Bukke" userId="3c7b8deb468272bb" providerId="LiveId" clId="{BFAF1581-2145-4BC0-B692-0741B95F7BDF}" dt="2026-06-05T07:52:32.013" v="685" actId="207"/>
      <pc:docMkLst>
        <pc:docMk/>
      </pc:docMkLst>
      <pc:sldChg chg="addSp modSp mod">
        <pc:chgData name="Sruthi Bukke" userId="3c7b8deb468272bb" providerId="LiveId" clId="{BFAF1581-2145-4BC0-B692-0741B95F7BDF}" dt="2026-06-03T10:58:02.991" v="108"/>
        <pc:sldMkLst>
          <pc:docMk/>
          <pc:sldMk cId="0" sldId="256"/>
        </pc:sldMkLst>
        <pc:spChg chg="mod">
          <ac:chgData name="Sruthi Bukke" userId="3c7b8deb468272bb" providerId="LiveId" clId="{BFAF1581-2145-4BC0-B692-0741B95F7BDF}" dt="2026-06-03T10:58:01.972" v="107" actId="20577"/>
          <ac:spMkLst>
            <pc:docMk/>
            <pc:sldMk cId="0" sldId="256"/>
            <ac:spMk id="130" creationId="{00000000-0000-0000-0000-000000000000}"/>
          </ac:spMkLst>
        </pc:spChg>
        <pc:spChg chg="mod">
          <ac:chgData name="Sruthi Bukke" userId="3c7b8deb468272bb" providerId="LiveId" clId="{BFAF1581-2145-4BC0-B692-0741B95F7BDF}" dt="2026-06-03T10:56:18.570" v="96" actId="20577"/>
          <ac:spMkLst>
            <pc:docMk/>
            <pc:sldMk cId="0" sldId="256"/>
            <ac:spMk id="132" creationId="{00000000-0000-0000-0000-000000000000}"/>
          </ac:spMkLst>
        </pc:spChg>
        <pc:spChg chg="mod">
          <ac:chgData name="Sruthi Bukke" userId="3c7b8deb468272bb" providerId="LiveId" clId="{BFAF1581-2145-4BC0-B692-0741B95F7BDF}" dt="2026-06-03T10:57:19.919" v="103" actId="1076"/>
          <ac:spMkLst>
            <pc:docMk/>
            <pc:sldMk cId="0" sldId="256"/>
            <ac:spMk id="133" creationId="{00000000-0000-0000-0000-000000000000}"/>
          </ac:spMkLst>
        </pc:spChg>
      </pc:sldChg>
      <pc:sldChg chg="modSp mod">
        <pc:chgData name="Sruthi Bukke" userId="3c7b8deb468272bb" providerId="LiveId" clId="{BFAF1581-2145-4BC0-B692-0741B95F7BDF}" dt="2026-06-03T10:59:32.388" v="157" actId="20577"/>
        <pc:sldMkLst>
          <pc:docMk/>
          <pc:sldMk cId="0" sldId="258"/>
        </pc:sldMkLst>
        <pc:spChg chg="mod">
          <ac:chgData name="Sruthi Bukke" userId="3c7b8deb468272bb" providerId="LiveId" clId="{BFAF1581-2145-4BC0-B692-0741B95F7BDF}" dt="2026-06-03T10:59:32.388" v="157" actId="20577"/>
          <ac:spMkLst>
            <pc:docMk/>
            <pc:sldMk cId="0" sldId="258"/>
            <ac:spMk id="2" creationId="{00000000-0000-0000-0000-000000000000}"/>
          </ac:spMkLst>
        </pc:spChg>
      </pc:sldChg>
      <pc:sldChg chg="modSp mod">
        <pc:chgData name="Sruthi Bukke" userId="3c7b8deb468272bb" providerId="LiveId" clId="{BFAF1581-2145-4BC0-B692-0741B95F7BDF}" dt="2026-06-03T11:10:45.489" v="309" actId="20577"/>
        <pc:sldMkLst>
          <pc:docMk/>
          <pc:sldMk cId="1511004267" sldId="267"/>
        </pc:sldMkLst>
        <pc:spChg chg="mod">
          <ac:chgData name="Sruthi Bukke" userId="3c7b8deb468272bb" providerId="LiveId" clId="{BFAF1581-2145-4BC0-B692-0741B95F7BDF}" dt="2026-06-03T11:10:45.489" v="309" actId="20577"/>
          <ac:spMkLst>
            <pc:docMk/>
            <pc:sldMk cId="1511004267" sldId="267"/>
            <ac:spMk id="4" creationId="{2060E2CB-0A4B-0345-860B-3F1BC82297C1}"/>
          </ac:spMkLst>
        </pc:spChg>
      </pc:sldChg>
      <pc:sldChg chg="modSp mod">
        <pc:chgData name="Sruthi Bukke" userId="3c7b8deb468272bb" providerId="LiveId" clId="{BFAF1581-2145-4BC0-B692-0741B95F7BDF}" dt="2026-06-03T11:20:11.723" v="454" actId="14100"/>
        <pc:sldMkLst>
          <pc:docMk/>
          <pc:sldMk cId="4290981244" sldId="268"/>
        </pc:sldMkLst>
        <pc:spChg chg="mod">
          <ac:chgData name="Sruthi Bukke" userId="3c7b8deb468272bb" providerId="LiveId" clId="{BFAF1581-2145-4BC0-B692-0741B95F7BDF}" dt="2026-06-03T11:20:11.723" v="454" actId="14100"/>
          <ac:spMkLst>
            <pc:docMk/>
            <pc:sldMk cId="4290981244" sldId="268"/>
            <ac:spMk id="6" creationId="{FC013D1D-A5CE-7D79-3212-FA06FD7B0D95}"/>
          </ac:spMkLst>
        </pc:spChg>
      </pc:sldChg>
      <pc:sldChg chg="addSp modSp mod">
        <pc:chgData name="Sruthi Bukke" userId="3c7b8deb468272bb" providerId="LiveId" clId="{BFAF1581-2145-4BC0-B692-0741B95F7BDF}" dt="2026-06-03T11:08:57.519" v="258" actId="113"/>
        <pc:sldMkLst>
          <pc:docMk/>
          <pc:sldMk cId="3269784059" sldId="269"/>
        </pc:sldMkLst>
        <pc:spChg chg="add mod">
          <ac:chgData name="Sruthi Bukke" userId="3c7b8deb468272bb" providerId="LiveId" clId="{BFAF1581-2145-4BC0-B692-0741B95F7BDF}" dt="2026-06-03T11:05:52.951" v="199" actId="1076"/>
          <ac:spMkLst>
            <pc:docMk/>
            <pc:sldMk cId="3269784059" sldId="269"/>
            <ac:spMk id="4" creationId="{8591B2D3-2909-2689-75BB-1C51443C8689}"/>
          </ac:spMkLst>
        </pc:spChg>
        <pc:spChg chg="mod">
          <ac:chgData name="Sruthi Bukke" userId="3c7b8deb468272bb" providerId="LiveId" clId="{BFAF1581-2145-4BC0-B692-0741B95F7BDF}" dt="2026-06-03T11:05:47.585" v="198" actId="255"/>
          <ac:spMkLst>
            <pc:docMk/>
            <pc:sldMk cId="3269784059" sldId="269"/>
            <ac:spMk id="5" creationId="{AD52E1B3-9E2A-AFF8-F555-D21E36AE6461}"/>
          </ac:spMkLst>
        </pc:spChg>
        <pc:spChg chg="add mod">
          <ac:chgData name="Sruthi Bukke" userId="3c7b8deb468272bb" providerId="LiveId" clId="{BFAF1581-2145-4BC0-B692-0741B95F7BDF}" dt="2026-06-03T11:06:23.936" v="203" actId="255"/>
          <ac:spMkLst>
            <pc:docMk/>
            <pc:sldMk cId="3269784059" sldId="269"/>
            <ac:spMk id="7" creationId="{7F4FED72-C184-23A1-B8DB-442781EE33EE}"/>
          </ac:spMkLst>
        </pc:spChg>
        <pc:spChg chg="add mod">
          <ac:chgData name="Sruthi Bukke" userId="3c7b8deb468272bb" providerId="LiveId" clId="{BFAF1581-2145-4BC0-B692-0741B95F7BDF}" dt="2026-06-03T11:06:32.813" v="204" actId="1076"/>
          <ac:spMkLst>
            <pc:docMk/>
            <pc:sldMk cId="3269784059" sldId="269"/>
            <ac:spMk id="9" creationId="{4AE5960F-BF53-458D-A3FC-60048369AEF4}"/>
          </ac:spMkLst>
        </pc:spChg>
        <pc:spChg chg="add mod">
          <ac:chgData name="Sruthi Bukke" userId="3c7b8deb468272bb" providerId="LiveId" clId="{BFAF1581-2145-4BC0-B692-0741B95F7BDF}" dt="2026-06-03T11:08:57.519" v="258" actId="113"/>
          <ac:spMkLst>
            <pc:docMk/>
            <pc:sldMk cId="3269784059" sldId="269"/>
            <ac:spMk id="11" creationId="{9827F493-0054-9C13-D77B-76B08E1316E0}"/>
          </ac:spMkLst>
        </pc:spChg>
      </pc:sldChg>
      <pc:sldChg chg="addSp modSp mod">
        <pc:chgData name="Sruthi Bukke" userId="3c7b8deb468272bb" providerId="LiveId" clId="{BFAF1581-2145-4BC0-B692-0741B95F7BDF}" dt="2026-06-03T11:15:32.372" v="335" actId="14100"/>
        <pc:sldMkLst>
          <pc:docMk/>
          <pc:sldMk cId="3606746480" sldId="270"/>
        </pc:sldMkLst>
        <pc:spChg chg="add mod">
          <ac:chgData name="Sruthi Bukke" userId="3c7b8deb468272bb" providerId="LiveId" clId="{BFAF1581-2145-4BC0-B692-0741B95F7BDF}" dt="2026-06-03T11:15:32.372" v="335" actId="14100"/>
          <ac:spMkLst>
            <pc:docMk/>
            <pc:sldMk cId="3606746480" sldId="270"/>
            <ac:spMk id="3" creationId="{2FB646FC-7C51-915F-FD8B-DF1770632E65}"/>
          </ac:spMkLst>
        </pc:spChg>
      </pc:sldChg>
      <pc:sldChg chg="addSp delSp modSp mod">
        <pc:chgData name="Sruthi Bukke" userId="3c7b8deb468272bb" providerId="LiveId" clId="{BFAF1581-2145-4BC0-B692-0741B95F7BDF}" dt="2026-06-05T07:52:13.954" v="681" actId="1036"/>
        <pc:sldMkLst>
          <pc:docMk/>
          <pc:sldMk cId="1438890686" sldId="271"/>
        </pc:sldMkLst>
        <pc:spChg chg="add mod">
          <ac:chgData name="Sruthi Bukke" userId="3c7b8deb468272bb" providerId="LiveId" clId="{BFAF1581-2145-4BC0-B692-0741B95F7BDF}" dt="2026-06-05T07:51:54.197" v="677" actId="207"/>
          <ac:spMkLst>
            <pc:docMk/>
            <pc:sldMk cId="1438890686" sldId="271"/>
            <ac:spMk id="5" creationId="{D26003B9-0DBD-55FA-D281-DEEED654B9D0}"/>
          </ac:spMkLst>
        </pc:spChg>
        <pc:spChg chg="add mod">
          <ac:chgData name="Sruthi Bukke" userId="3c7b8deb468272bb" providerId="LiveId" clId="{BFAF1581-2145-4BC0-B692-0741B95F7BDF}" dt="2026-06-05T07:52:00.202" v="678" actId="207"/>
          <ac:spMkLst>
            <pc:docMk/>
            <pc:sldMk cId="1438890686" sldId="271"/>
            <ac:spMk id="8" creationId="{B3829550-0F6F-D4CE-A19E-6AD9C2D3231C}"/>
          </ac:spMkLst>
        </pc:spChg>
        <pc:spChg chg="add mod">
          <ac:chgData name="Sruthi Bukke" userId="3c7b8deb468272bb" providerId="LiveId" clId="{BFAF1581-2145-4BC0-B692-0741B95F7BDF}" dt="2026-06-05T07:52:13.954" v="681" actId="1036"/>
          <ac:spMkLst>
            <pc:docMk/>
            <pc:sldMk cId="1438890686" sldId="271"/>
            <ac:spMk id="10" creationId="{EED3AA1F-00DA-E59E-75B5-EDB1B6DD3179}"/>
          </ac:spMkLst>
        </pc:spChg>
        <pc:spChg chg="add mod">
          <ac:chgData name="Sruthi Bukke" userId="3c7b8deb468272bb" providerId="LiveId" clId="{BFAF1581-2145-4BC0-B692-0741B95F7BDF}" dt="2026-06-05T07:52:08.743" v="680" actId="207"/>
          <ac:spMkLst>
            <pc:docMk/>
            <pc:sldMk cId="1438890686" sldId="271"/>
            <ac:spMk id="12" creationId="{E29BDF30-961D-9B14-0A33-2C1054CC874D}"/>
          </ac:spMkLst>
        </pc:spChg>
        <pc:graphicFrameChg chg="add del mod modGraphic">
          <ac:chgData name="Sruthi Bukke" userId="3c7b8deb468272bb" providerId="LiveId" clId="{BFAF1581-2145-4BC0-B692-0741B95F7BDF}" dt="2026-06-05T07:42:06.904" v="576" actId="478"/>
          <ac:graphicFrameMkLst>
            <pc:docMk/>
            <pc:sldMk cId="1438890686" sldId="271"/>
            <ac:graphicFrameMk id="3" creationId="{C0289606-A7F5-1D3B-3615-4B065132292A}"/>
          </ac:graphicFrameMkLst>
        </pc:graphicFrameChg>
        <pc:graphicFrameChg chg="add del mod modGraphic">
          <ac:chgData name="Sruthi Bukke" userId="3c7b8deb468272bb" providerId="LiveId" clId="{BFAF1581-2145-4BC0-B692-0741B95F7BDF}" dt="2026-06-05T07:37:28.928" v="561" actId="478"/>
          <ac:graphicFrameMkLst>
            <pc:docMk/>
            <pc:sldMk cId="1438890686" sldId="271"/>
            <ac:graphicFrameMk id="6" creationId="{90CB95E8-FC3E-23EA-9780-AF0415FE9E51}"/>
          </ac:graphicFrameMkLst>
        </pc:graphicFrameChg>
      </pc:sldChg>
      <pc:sldChg chg="modSp mod">
        <pc:chgData name="Sruthi Bukke" userId="3c7b8deb468272bb" providerId="LiveId" clId="{BFAF1581-2145-4BC0-B692-0741B95F7BDF}" dt="2026-06-05T07:23:41.536" v="559" actId="20577"/>
        <pc:sldMkLst>
          <pc:docMk/>
          <pc:sldMk cId="4104429842" sldId="275"/>
        </pc:sldMkLst>
        <pc:spChg chg="mod">
          <ac:chgData name="Sruthi Bukke" userId="3c7b8deb468272bb" providerId="LiveId" clId="{BFAF1581-2145-4BC0-B692-0741B95F7BDF}" dt="2026-06-05T07:23:41.536" v="559" actId="20577"/>
          <ac:spMkLst>
            <pc:docMk/>
            <pc:sldMk cId="4104429842" sldId="275"/>
            <ac:spMk id="3" creationId="{3DE4F393-5AF8-D59C-693C-8817C32D4CEA}"/>
          </ac:spMkLst>
        </pc:spChg>
      </pc:sldChg>
      <pc:sldChg chg="addSp modSp new mod">
        <pc:chgData name="Sruthi Bukke" userId="3c7b8deb468272bb" providerId="LiveId" clId="{BFAF1581-2145-4BC0-B692-0741B95F7BDF}" dt="2026-06-05T07:52:32.013" v="685" actId="207"/>
        <pc:sldMkLst>
          <pc:docMk/>
          <pc:sldMk cId="3043791308" sldId="276"/>
        </pc:sldMkLst>
        <pc:spChg chg="add mod">
          <ac:chgData name="Sruthi Bukke" userId="3c7b8deb468272bb" providerId="LiveId" clId="{BFAF1581-2145-4BC0-B692-0741B95F7BDF}" dt="2026-06-05T07:46:56.445" v="614" actId="255"/>
          <ac:spMkLst>
            <pc:docMk/>
            <pc:sldMk cId="3043791308" sldId="276"/>
            <ac:spMk id="3" creationId="{E2301C01-EDC1-5A4D-6CA6-1DF24F3E3CDA}"/>
          </ac:spMkLst>
        </pc:spChg>
        <pc:spChg chg="add mod">
          <ac:chgData name="Sruthi Bukke" userId="3c7b8deb468272bb" providerId="LiveId" clId="{BFAF1581-2145-4BC0-B692-0741B95F7BDF}" dt="2026-06-05T07:52:20.329" v="682" actId="207"/>
          <ac:spMkLst>
            <pc:docMk/>
            <pc:sldMk cId="3043791308" sldId="276"/>
            <ac:spMk id="5" creationId="{659074CE-EE0F-D4DA-4A20-D74D5F28DE57}"/>
          </ac:spMkLst>
        </pc:spChg>
        <pc:spChg chg="add mod">
          <ac:chgData name="Sruthi Bukke" userId="3c7b8deb468272bb" providerId="LiveId" clId="{BFAF1581-2145-4BC0-B692-0741B95F7BDF}" dt="2026-06-05T07:52:24.087" v="683" actId="207"/>
          <ac:spMkLst>
            <pc:docMk/>
            <pc:sldMk cId="3043791308" sldId="276"/>
            <ac:spMk id="7" creationId="{73DD6B48-A5BA-89A9-4964-C97BA1D5517D}"/>
          </ac:spMkLst>
        </pc:spChg>
        <pc:spChg chg="add mod">
          <ac:chgData name="Sruthi Bukke" userId="3c7b8deb468272bb" providerId="LiveId" clId="{BFAF1581-2145-4BC0-B692-0741B95F7BDF}" dt="2026-06-05T07:52:28.176" v="684" actId="207"/>
          <ac:spMkLst>
            <pc:docMk/>
            <pc:sldMk cId="3043791308" sldId="276"/>
            <ac:spMk id="9" creationId="{8D480A34-C2CF-C4D9-E6DE-5E2E6A01DAEF}"/>
          </ac:spMkLst>
        </pc:spChg>
        <pc:spChg chg="add mod">
          <ac:chgData name="Sruthi Bukke" userId="3c7b8deb468272bb" providerId="LiveId" clId="{BFAF1581-2145-4BC0-B692-0741B95F7BDF}" dt="2026-06-05T07:52:32.013" v="685" actId="207"/>
          <ac:spMkLst>
            <pc:docMk/>
            <pc:sldMk cId="3043791308" sldId="276"/>
            <ac:spMk id="11" creationId="{F309E72B-3F3B-B71E-A435-CA050BC2527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7" name="Shape 127"/>
          <p:cNvSpPr>
            <a:spLocks noGrp="1" noRot="1" noChangeAspect="1"/>
          </p:cNvSpPr>
          <p:nvPr>
            <p:ph type="sldImg"/>
          </p:nvPr>
        </p:nvSpPr>
        <p:spPr>
          <a:xfrm>
            <a:off x="1143000" y="685800"/>
            <a:ext cx="4572000" cy="3429000"/>
          </a:xfrm>
          <a:prstGeom prst="rect">
            <a:avLst/>
          </a:prstGeom>
        </p:spPr>
        <p:txBody>
          <a:bodyPr/>
          <a:lstStyle/>
          <a:p>
            <a:endParaRPr/>
          </a:p>
        </p:txBody>
      </p:sp>
      <p:sp>
        <p:nvSpPr>
          <p:cNvPr id="128" name="Shape 128"/>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86497164"/>
      </p:ext>
    </p:extLst>
  </p:cSld>
  <p:clrMap bg1="lt1" tx1="dk1" bg2="lt2" tx2="dk2" accent1="accent1" accent2="accent2" accent3="accent3" accent4="accent4" accent5="accent5" accent6="accent6" hlink="hlink" folHlink="folHlink"/>
  <p:notesStyle>
    <a:lvl1pPr defTabSz="457200" latinLnBrk="0">
      <a:defRPr sz="1200">
        <a:latin typeface="+mn-lt"/>
        <a:ea typeface="+mn-ea"/>
        <a:cs typeface="+mn-cs"/>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46595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685800" y="2130425"/>
            <a:ext cx="7772400" cy="1470025"/>
          </a:xfrm>
          <a:prstGeom prst="rect">
            <a:avLst/>
          </a:prstGeom>
        </p:spPr>
        <p:txBody>
          <a:bodyPr/>
          <a:lstStyle/>
          <a:p>
            <a:r>
              <a:t>Title Text</a:t>
            </a:r>
          </a:p>
        </p:txBody>
      </p:sp>
      <p:sp>
        <p:nvSpPr>
          <p:cNvPr id="12" name="Body Level One…"/>
          <p:cNvSpPr txBox="1">
            <a:spLocks noGrp="1"/>
          </p:cNvSpPr>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722312" y="4406900"/>
            <a:ext cx="7772401" cy="1362075"/>
          </a:xfrm>
          <a:prstGeom prst="rect">
            <a:avLst/>
          </a:prstGeom>
        </p:spPr>
        <p:txBody>
          <a:bodyPr anchor="t"/>
          <a:lstStyle>
            <a:lvl1pPr algn="l">
              <a:defRPr sz="4000" b="1" cap="all"/>
            </a:lvl1pPr>
          </a:lstStyle>
          <a:p>
            <a:r>
              <a:t>Title Text</a:t>
            </a:r>
          </a:p>
        </p:txBody>
      </p:sp>
      <p:sp>
        <p:nvSpPr>
          <p:cNvPr id="30" name="Body Level One…"/>
          <p:cNvSpPr txBox="1">
            <a:spLocks noGrp="1"/>
          </p:cNvSpPr>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prstGeom prst="rect">
            <a:avLst/>
          </a:prstGeom>
        </p:spPr>
        <p:txBody>
          <a:bodyPr/>
          <a:lstStyle/>
          <a:p>
            <a:r>
              <a:t>Title Text</a:t>
            </a:r>
          </a:p>
        </p:txBody>
      </p:sp>
      <p:sp>
        <p:nvSpPr>
          <p:cNvPr id="39" name="Body Level One…"/>
          <p:cNvSpPr txBox="1">
            <a:spLocks noGrp="1"/>
          </p:cNvSpPr>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prstGeom prst="rect">
            <a:avLst/>
          </a:prstGeom>
        </p:spPr>
        <p:txBody>
          <a:bodyPr/>
          <a:lstStyle/>
          <a:p>
            <a:r>
              <a:t>Title Text</a:t>
            </a:r>
          </a:p>
        </p:txBody>
      </p:sp>
      <p:sp>
        <p:nvSpPr>
          <p:cNvPr id="48" name="Body Level One…"/>
          <p:cNvSpPr txBox="1">
            <a:spLocks noGrp="1"/>
          </p:cNvSpPr>
          <p:nvPr>
            <p:ph type="body" sz="quarter" idx="1"/>
          </p:nvPr>
        </p:nvSpPr>
        <p:spPr>
          <a:xfrm>
            <a:off x="457200" y="1535112"/>
            <a:ext cx="4040188" cy="639763"/>
          </a:xfrm>
          <a:prstGeom prst="rect">
            <a:avLst/>
          </a:prstGeom>
        </p:spPr>
        <p:txBody>
          <a:bodyPr anchor="b"/>
          <a:lstStyle>
            <a:lvl1pPr marL="0" indent="0">
              <a:spcBef>
                <a:spcPts val="500"/>
              </a:spcBef>
              <a:buSzTx/>
              <a:buFontTx/>
              <a:buNone/>
              <a:defRPr sz="2400" b="1"/>
            </a:lvl1pPr>
            <a:lvl2pPr marL="0" indent="457200">
              <a:spcBef>
                <a:spcPts val="500"/>
              </a:spcBef>
              <a:buSzTx/>
              <a:buFontTx/>
              <a:buNone/>
              <a:defRPr sz="2400" b="1"/>
            </a:lvl2pPr>
            <a:lvl3pPr marL="0" indent="914400">
              <a:spcBef>
                <a:spcPts val="500"/>
              </a:spcBef>
              <a:buSzTx/>
              <a:buFontTx/>
              <a:buNone/>
              <a:defRPr sz="2400" b="1"/>
            </a:lvl3pPr>
            <a:lvl4pPr marL="0" indent="1371600">
              <a:spcBef>
                <a:spcPts val="500"/>
              </a:spcBef>
              <a:buSzTx/>
              <a:buFontTx/>
              <a:buNone/>
              <a:defRPr sz="2400" b="1"/>
            </a:lvl4pPr>
            <a:lvl5pPr marL="0" indent="1828800">
              <a:spcBef>
                <a:spcPts val="500"/>
              </a:spcBef>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sz="2400" b="1"/>
            </a:pPr>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457200" y="273050"/>
            <a:ext cx="3008314" cy="1162050"/>
          </a:xfrm>
          <a:prstGeom prst="rect">
            <a:avLst/>
          </a:prstGeom>
        </p:spPr>
        <p:txBody>
          <a:bodyPr anchor="b"/>
          <a:lstStyle>
            <a:lvl1pPr algn="l">
              <a:defRPr sz="2000" b="1"/>
            </a:lvl1pPr>
          </a:lstStyle>
          <a:p>
            <a:r>
              <a:t>Title Text</a:t>
            </a:r>
          </a:p>
        </p:txBody>
      </p:sp>
      <p:sp>
        <p:nvSpPr>
          <p:cNvPr id="73" name="Body Level One…"/>
          <p:cNvSpPr txBox="1">
            <a:spLocks noGrp="1"/>
          </p:cNvSpPr>
          <p:nvPr>
            <p:ph type="body" idx="1"/>
          </p:nvPr>
        </p:nvSpPr>
        <p:spPr>
          <a:xfrm>
            <a:off x="3575050" y="273050"/>
            <a:ext cx="5111750" cy="585311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half" idx="21"/>
          </p:nvPr>
        </p:nvSpPr>
        <p:spPr>
          <a:xfrm>
            <a:off x="457199" y="1435100"/>
            <a:ext cx="3008315" cy="4691063"/>
          </a:xfrm>
          <a:prstGeom prst="rect">
            <a:avLst/>
          </a:prstGeom>
        </p:spPr>
        <p:txBody>
          <a:bodyPr/>
          <a:lstStyle/>
          <a:p>
            <a:pPr marL="0" indent="0">
              <a:spcBef>
                <a:spcPts val="300"/>
              </a:spcBef>
              <a:buSzTx/>
              <a:buFontTx/>
              <a:buNone/>
              <a:defRPr sz="1400"/>
            </a:pPr>
            <a:endParaRP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1792288" y="4800600"/>
            <a:ext cx="5486401" cy="566738"/>
          </a:xfrm>
          <a:prstGeom prst="rect">
            <a:avLst/>
          </a:prstGeom>
        </p:spPr>
        <p:txBody>
          <a:bodyPr anchor="b"/>
          <a:lstStyle>
            <a:lvl1pPr algn="l">
              <a:defRPr sz="2000" b="1"/>
            </a:lvl1pPr>
          </a:lstStyle>
          <a:p>
            <a:r>
              <a:t>Title Text</a:t>
            </a:r>
          </a:p>
        </p:txBody>
      </p:sp>
      <p:sp>
        <p:nvSpPr>
          <p:cNvPr id="83" name="Picture Placeholder 2"/>
          <p:cNvSpPr>
            <a:spLocks noGrp="1"/>
          </p:cNvSpPr>
          <p:nvPr>
            <p:ph type="pic" sz="half" idx="21"/>
          </p:nvPr>
        </p:nvSpPr>
        <p:spPr>
          <a:xfrm>
            <a:off x="1792288" y="612775"/>
            <a:ext cx="5486401" cy="4114800"/>
          </a:xfrm>
          <a:prstGeom prst="rect">
            <a:avLst/>
          </a:prstGeom>
        </p:spPr>
        <p:txBody>
          <a:bodyPr lIns="91439" rIns="91439">
            <a:noAutofit/>
          </a:bodyPr>
          <a:lstStyle/>
          <a:p>
            <a:endParaRPr/>
          </a:p>
        </p:txBody>
      </p:sp>
      <p:sp>
        <p:nvSpPr>
          <p:cNvPr id="84" name="Body Level One…"/>
          <p:cNvSpPr txBox="1">
            <a:spLocks noGrp="1"/>
          </p:cNvSpPr>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92" name="Line 14"/>
          <p:cNvSpPr/>
          <p:nvPr/>
        </p:nvSpPr>
        <p:spPr>
          <a:xfrm flipH="1" flipV="1">
            <a:off x="385525" y="6386954"/>
            <a:ext cx="8434038" cy="1"/>
          </a:xfrm>
          <a:prstGeom prst="line">
            <a:avLst/>
          </a:prstGeom>
          <a:ln w="3175">
            <a:solidFill>
              <a:srgbClr val="00A2E0"/>
            </a:solidFill>
          </a:ln>
        </p:spPr>
        <p:txBody>
          <a:bodyPr lIns="40019" tIns="40019" rIns="40019" bIns="40019" anchor="ctr"/>
          <a:lstStyle/>
          <a:p>
            <a:pPr algn="ctr" defTabSz="829875">
              <a:lnSpc>
                <a:spcPct val="120000"/>
              </a:lnSpc>
              <a:defRPr sz="1400" i="1" u="sng">
                <a:latin typeface="Arial"/>
                <a:ea typeface="Arial"/>
                <a:cs typeface="Arial"/>
                <a:sym typeface="Arial"/>
              </a:defRPr>
            </a:pPr>
            <a:endParaRPr/>
          </a:p>
        </p:txBody>
      </p:sp>
      <p:sp>
        <p:nvSpPr>
          <p:cNvPr id="93" name="Line 7"/>
          <p:cNvSpPr/>
          <p:nvPr/>
        </p:nvSpPr>
        <p:spPr>
          <a:xfrm flipH="1" flipV="1">
            <a:off x="385524" y="6386954"/>
            <a:ext cx="8601008" cy="1"/>
          </a:xfrm>
          <a:prstGeom prst="line">
            <a:avLst/>
          </a:prstGeom>
          <a:ln w="3175">
            <a:solidFill>
              <a:srgbClr val="595959"/>
            </a:solidFill>
          </a:ln>
        </p:spPr>
        <p:txBody>
          <a:bodyPr lIns="40019" tIns="40019" rIns="40019" bIns="40019" anchor="ctr"/>
          <a:lstStyle/>
          <a:p>
            <a:pPr algn="ctr" defTabSz="829875">
              <a:lnSpc>
                <a:spcPct val="120000"/>
              </a:lnSpc>
              <a:defRPr sz="1400" i="1" u="sng">
                <a:latin typeface="Arial"/>
                <a:ea typeface="Arial"/>
                <a:cs typeface="Arial"/>
                <a:sym typeface="Arial"/>
              </a:defRPr>
            </a:pPr>
            <a:endParaRPr/>
          </a:p>
        </p:txBody>
      </p:sp>
      <p:grpSp>
        <p:nvGrpSpPr>
          <p:cNvPr id="118" name="Group 70"/>
          <p:cNvGrpSpPr/>
          <p:nvPr/>
        </p:nvGrpSpPr>
        <p:grpSpPr>
          <a:xfrm>
            <a:off x="385524" y="817257"/>
            <a:ext cx="8601008" cy="80092"/>
            <a:chOff x="0" y="0"/>
            <a:chExt cx="8601006" cy="80091"/>
          </a:xfrm>
        </p:grpSpPr>
        <p:sp>
          <p:nvSpPr>
            <p:cNvPr id="94" name="Line 7"/>
            <p:cNvSpPr/>
            <p:nvPr/>
          </p:nvSpPr>
          <p:spPr>
            <a:xfrm flipH="1" flipV="1">
              <a:off x="-1" y="31221"/>
              <a:ext cx="8601009" cy="1"/>
            </a:xfrm>
            <a:prstGeom prst="line">
              <a:avLst/>
            </a:prstGeom>
            <a:noFill/>
            <a:ln w="3175" cap="flat">
              <a:solidFill>
                <a:srgbClr val="595959"/>
              </a:solidFill>
              <a:prstDash val="solid"/>
              <a:round/>
            </a:ln>
            <a:effectLst/>
          </p:spPr>
          <p:txBody>
            <a:bodyPr wrap="square" lIns="40019" tIns="40019" rIns="40019" bIns="40019" numCol="1" anchor="ctr">
              <a:noAutofit/>
            </a:bodyPr>
            <a:lstStyle/>
            <a:p>
              <a:pPr algn="ctr" defTabSz="829875">
                <a:lnSpc>
                  <a:spcPct val="120000"/>
                </a:lnSpc>
                <a:defRPr sz="1400" i="1" u="sng">
                  <a:latin typeface="Arial"/>
                  <a:ea typeface="Arial"/>
                  <a:cs typeface="Arial"/>
                  <a:sym typeface="Arial"/>
                </a:defRPr>
              </a:pPr>
              <a:endParaRPr/>
            </a:p>
          </p:txBody>
        </p:sp>
        <p:pic>
          <p:nvPicPr>
            <p:cNvPr id="95" name="Picture 8" descr="Picture 8"/>
            <p:cNvPicPr>
              <a:picLocks noChangeAspect="1"/>
            </p:cNvPicPr>
            <p:nvPr/>
          </p:nvPicPr>
          <p:blipFill>
            <a:blip r:embed="rId2"/>
            <a:srcRect l="1840" t="32812" r="94781"/>
            <a:stretch>
              <a:fillRect/>
            </a:stretch>
          </p:blipFill>
          <p:spPr>
            <a:xfrm>
              <a:off x="670596" y="1357"/>
              <a:ext cx="78735" cy="78735"/>
            </a:xfrm>
            <a:prstGeom prst="rect">
              <a:avLst/>
            </a:prstGeom>
            <a:ln w="12700" cap="flat">
              <a:noFill/>
              <a:miter lim="400000"/>
            </a:ln>
            <a:effectLst>
              <a:outerShdw blurRad="38100" dist="38100" dir="5400000" rotWithShape="0">
                <a:srgbClr val="FFFFFF"/>
              </a:outerShdw>
            </a:effectLst>
          </p:spPr>
        </p:pic>
        <p:pic>
          <p:nvPicPr>
            <p:cNvPr id="96" name="Picture 9" descr="Picture 9"/>
            <p:cNvPicPr>
              <a:picLocks noChangeAspect="1"/>
            </p:cNvPicPr>
            <p:nvPr/>
          </p:nvPicPr>
          <p:blipFill>
            <a:blip r:embed="rId2"/>
            <a:srcRect l="1840" t="32812" r="94781"/>
            <a:stretch>
              <a:fillRect/>
            </a:stretch>
          </p:blipFill>
          <p:spPr>
            <a:xfrm>
              <a:off x="787339" y="1357"/>
              <a:ext cx="78735" cy="78735"/>
            </a:xfrm>
            <a:prstGeom prst="rect">
              <a:avLst/>
            </a:prstGeom>
            <a:ln w="12700" cap="flat">
              <a:noFill/>
              <a:miter lim="400000"/>
            </a:ln>
            <a:effectLst>
              <a:outerShdw blurRad="38100" dist="38100" dir="5400000" rotWithShape="0">
                <a:srgbClr val="FFFFFF"/>
              </a:outerShdw>
            </a:effectLst>
          </p:spPr>
        </p:pic>
        <p:pic>
          <p:nvPicPr>
            <p:cNvPr id="97" name="Picture 12" descr="Picture 12"/>
            <p:cNvPicPr>
              <a:picLocks noChangeAspect="1"/>
            </p:cNvPicPr>
            <p:nvPr/>
          </p:nvPicPr>
          <p:blipFill>
            <a:blip r:embed="rId2"/>
            <a:srcRect l="1840" t="32812" r="94781"/>
            <a:stretch>
              <a:fillRect/>
            </a:stretch>
          </p:blipFill>
          <p:spPr>
            <a:xfrm>
              <a:off x="905441" y="1357"/>
              <a:ext cx="77377" cy="78735"/>
            </a:xfrm>
            <a:prstGeom prst="rect">
              <a:avLst/>
            </a:prstGeom>
            <a:ln w="12700" cap="flat">
              <a:noFill/>
              <a:miter lim="400000"/>
            </a:ln>
            <a:effectLst>
              <a:outerShdw blurRad="38100" dist="38100" dir="5400000" rotWithShape="0">
                <a:srgbClr val="FFFFFF"/>
              </a:outerShdw>
            </a:effectLst>
          </p:spPr>
        </p:pic>
        <p:pic>
          <p:nvPicPr>
            <p:cNvPr id="98" name="Picture 13" descr="Picture 13"/>
            <p:cNvPicPr>
              <a:picLocks noChangeAspect="1"/>
            </p:cNvPicPr>
            <p:nvPr/>
          </p:nvPicPr>
          <p:blipFill>
            <a:blip r:embed="rId2"/>
            <a:srcRect l="1840" t="32812" r="94781"/>
            <a:stretch>
              <a:fillRect/>
            </a:stretch>
          </p:blipFill>
          <p:spPr>
            <a:xfrm>
              <a:off x="1022184" y="1357"/>
              <a:ext cx="78735" cy="78735"/>
            </a:xfrm>
            <a:prstGeom prst="rect">
              <a:avLst/>
            </a:prstGeom>
            <a:ln w="12700" cap="flat">
              <a:noFill/>
              <a:miter lim="400000"/>
            </a:ln>
            <a:effectLst>
              <a:outerShdw blurRad="38100" dist="38100" dir="5400000" rotWithShape="0">
                <a:srgbClr val="FFFFFF"/>
              </a:outerShdw>
            </a:effectLst>
          </p:spPr>
        </p:pic>
        <p:pic>
          <p:nvPicPr>
            <p:cNvPr id="99" name="Picture 14" descr="Picture 14"/>
            <p:cNvPicPr>
              <a:picLocks noChangeAspect="1"/>
            </p:cNvPicPr>
            <p:nvPr/>
          </p:nvPicPr>
          <p:blipFill>
            <a:blip r:embed="rId2"/>
            <a:srcRect l="1840" t="32812" r="94781"/>
            <a:stretch>
              <a:fillRect/>
            </a:stretch>
          </p:blipFill>
          <p:spPr>
            <a:xfrm>
              <a:off x="1140284" y="1357"/>
              <a:ext cx="77378" cy="78735"/>
            </a:xfrm>
            <a:prstGeom prst="rect">
              <a:avLst/>
            </a:prstGeom>
            <a:ln w="12700" cap="flat">
              <a:noFill/>
              <a:miter lim="400000"/>
            </a:ln>
            <a:effectLst>
              <a:outerShdw blurRad="38100" dist="38100" dir="5400000" rotWithShape="0">
                <a:srgbClr val="FFFFFF"/>
              </a:outerShdw>
            </a:effectLst>
          </p:spPr>
        </p:pic>
        <p:pic>
          <p:nvPicPr>
            <p:cNvPr id="100" name="Picture 35" descr="Picture 35"/>
            <p:cNvPicPr>
              <a:picLocks noChangeAspect="1"/>
            </p:cNvPicPr>
            <p:nvPr/>
          </p:nvPicPr>
          <p:blipFill>
            <a:blip r:embed="rId2"/>
            <a:srcRect l="1840" t="32812" r="94781"/>
            <a:stretch>
              <a:fillRect/>
            </a:stretch>
          </p:blipFill>
          <p:spPr>
            <a:xfrm>
              <a:off x="1257028" y="0"/>
              <a:ext cx="77378" cy="78734"/>
            </a:xfrm>
            <a:prstGeom prst="rect">
              <a:avLst/>
            </a:prstGeom>
            <a:ln w="12700" cap="flat">
              <a:noFill/>
              <a:miter lim="400000"/>
            </a:ln>
            <a:effectLst>
              <a:outerShdw blurRad="38100" dist="38100" dir="5400000" rotWithShape="0">
                <a:srgbClr val="FFFFFF"/>
              </a:outerShdw>
            </a:effectLst>
          </p:spPr>
        </p:pic>
        <p:pic>
          <p:nvPicPr>
            <p:cNvPr id="101" name="Picture 36" descr="Picture 36"/>
            <p:cNvPicPr>
              <a:picLocks noChangeAspect="1"/>
            </p:cNvPicPr>
            <p:nvPr/>
          </p:nvPicPr>
          <p:blipFill>
            <a:blip r:embed="rId2"/>
            <a:srcRect l="1840" t="32812" r="94781"/>
            <a:stretch>
              <a:fillRect/>
            </a:stretch>
          </p:blipFill>
          <p:spPr>
            <a:xfrm>
              <a:off x="1373771" y="0"/>
              <a:ext cx="78735" cy="78734"/>
            </a:xfrm>
            <a:prstGeom prst="rect">
              <a:avLst/>
            </a:prstGeom>
            <a:ln w="12700" cap="flat">
              <a:noFill/>
              <a:miter lim="400000"/>
            </a:ln>
            <a:effectLst>
              <a:outerShdw blurRad="38100" dist="38100" dir="5400000" rotWithShape="0">
                <a:srgbClr val="FFFFFF"/>
              </a:outerShdw>
            </a:effectLst>
          </p:spPr>
        </p:pic>
        <p:pic>
          <p:nvPicPr>
            <p:cNvPr id="102" name="Picture 37" descr="Picture 37"/>
            <p:cNvPicPr>
              <a:picLocks noChangeAspect="1"/>
            </p:cNvPicPr>
            <p:nvPr/>
          </p:nvPicPr>
          <p:blipFill>
            <a:blip r:embed="rId2"/>
            <a:srcRect l="1840" t="32812" r="94781"/>
            <a:stretch>
              <a:fillRect/>
            </a:stretch>
          </p:blipFill>
          <p:spPr>
            <a:xfrm>
              <a:off x="1490515" y="0"/>
              <a:ext cx="78735" cy="78734"/>
            </a:xfrm>
            <a:prstGeom prst="rect">
              <a:avLst/>
            </a:prstGeom>
            <a:ln w="12700" cap="flat">
              <a:noFill/>
              <a:miter lim="400000"/>
            </a:ln>
            <a:effectLst>
              <a:outerShdw blurRad="38100" dist="38100" dir="5400000" rotWithShape="0">
                <a:srgbClr val="FFFFFF"/>
              </a:outerShdw>
            </a:effectLst>
          </p:spPr>
        </p:pic>
        <p:pic>
          <p:nvPicPr>
            <p:cNvPr id="103" name="Picture 38" descr="Picture 38"/>
            <p:cNvPicPr>
              <a:picLocks noChangeAspect="1"/>
            </p:cNvPicPr>
            <p:nvPr/>
          </p:nvPicPr>
          <p:blipFill>
            <a:blip r:embed="rId2"/>
            <a:srcRect l="1840" t="32812" r="94781"/>
            <a:stretch>
              <a:fillRect/>
            </a:stretch>
          </p:blipFill>
          <p:spPr>
            <a:xfrm>
              <a:off x="1608616" y="0"/>
              <a:ext cx="77377" cy="78734"/>
            </a:xfrm>
            <a:prstGeom prst="rect">
              <a:avLst/>
            </a:prstGeom>
            <a:ln w="12700" cap="flat">
              <a:noFill/>
              <a:miter lim="400000"/>
            </a:ln>
            <a:effectLst>
              <a:outerShdw blurRad="38100" dist="38100" dir="5400000" rotWithShape="0">
                <a:srgbClr val="FFFFFF"/>
              </a:outerShdw>
            </a:effectLst>
          </p:spPr>
        </p:pic>
        <p:pic>
          <p:nvPicPr>
            <p:cNvPr id="104" name="Picture 39" descr="Picture 39"/>
            <p:cNvPicPr>
              <a:picLocks noChangeAspect="1"/>
            </p:cNvPicPr>
            <p:nvPr/>
          </p:nvPicPr>
          <p:blipFill>
            <a:blip r:embed="rId2"/>
            <a:srcRect l="1840" t="32812" r="94781"/>
            <a:stretch>
              <a:fillRect/>
            </a:stretch>
          </p:blipFill>
          <p:spPr>
            <a:xfrm>
              <a:off x="1725360" y="0"/>
              <a:ext cx="78735" cy="78734"/>
            </a:xfrm>
            <a:prstGeom prst="rect">
              <a:avLst/>
            </a:prstGeom>
            <a:ln w="12700" cap="flat">
              <a:noFill/>
              <a:miter lim="400000"/>
            </a:ln>
            <a:effectLst>
              <a:outerShdw blurRad="38100" dist="38100" dir="5400000" rotWithShape="0">
                <a:srgbClr val="FFFFFF"/>
              </a:outerShdw>
            </a:effectLst>
          </p:spPr>
        </p:pic>
        <p:pic>
          <p:nvPicPr>
            <p:cNvPr id="105" name="Picture 40" descr="Picture 40"/>
            <p:cNvPicPr>
              <a:picLocks noChangeAspect="1"/>
            </p:cNvPicPr>
            <p:nvPr/>
          </p:nvPicPr>
          <p:blipFill>
            <a:blip r:embed="rId2"/>
            <a:srcRect l="1840" t="32812" r="94781"/>
            <a:stretch>
              <a:fillRect/>
            </a:stretch>
          </p:blipFill>
          <p:spPr>
            <a:xfrm>
              <a:off x="1842103" y="1357"/>
              <a:ext cx="77377" cy="78735"/>
            </a:xfrm>
            <a:prstGeom prst="rect">
              <a:avLst/>
            </a:prstGeom>
            <a:ln w="12700" cap="flat">
              <a:noFill/>
              <a:miter lim="400000"/>
            </a:ln>
            <a:effectLst>
              <a:outerShdw blurRad="38100" dist="38100" dir="5400000" rotWithShape="0">
                <a:srgbClr val="FFFFFF"/>
              </a:outerShdw>
            </a:effectLst>
          </p:spPr>
        </p:pic>
        <p:pic>
          <p:nvPicPr>
            <p:cNvPr id="106" name="Picture 41" descr="Picture 41"/>
            <p:cNvPicPr>
              <a:picLocks noChangeAspect="1"/>
            </p:cNvPicPr>
            <p:nvPr/>
          </p:nvPicPr>
          <p:blipFill>
            <a:blip r:embed="rId2"/>
            <a:srcRect l="1840" t="32812" r="94781"/>
            <a:stretch>
              <a:fillRect/>
            </a:stretch>
          </p:blipFill>
          <p:spPr>
            <a:xfrm>
              <a:off x="1958847" y="1357"/>
              <a:ext cx="78735" cy="78735"/>
            </a:xfrm>
            <a:prstGeom prst="rect">
              <a:avLst/>
            </a:prstGeom>
            <a:ln w="12700" cap="flat">
              <a:noFill/>
              <a:miter lim="400000"/>
            </a:ln>
            <a:effectLst>
              <a:outerShdw blurRad="38100" dist="38100" dir="5400000" rotWithShape="0">
                <a:srgbClr val="FFFFFF"/>
              </a:outerShdw>
            </a:effectLst>
          </p:spPr>
        </p:pic>
        <p:pic>
          <p:nvPicPr>
            <p:cNvPr id="107" name="Picture 42" descr="Picture 42"/>
            <p:cNvPicPr>
              <a:picLocks noChangeAspect="1"/>
            </p:cNvPicPr>
            <p:nvPr/>
          </p:nvPicPr>
          <p:blipFill>
            <a:blip r:embed="rId2"/>
            <a:srcRect l="1840" t="32812" r="94781"/>
            <a:stretch>
              <a:fillRect/>
            </a:stretch>
          </p:blipFill>
          <p:spPr>
            <a:xfrm>
              <a:off x="2076947" y="1357"/>
              <a:ext cx="77378" cy="78735"/>
            </a:xfrm>
            <a:prstGeom prst="rect">
              <a:avLst/>
            </a:prstGeom>
            <a:ln w="12700" cap="flat">
              <a:noFill/>
              <a:miter lim="400000"/>
            </a:ln>
            <a:effectLst>
              <a:outerShdw blurRad="38100" dist="38100" dir="5400000" rotWithShape="0">
                <a:srgbClr val="FFFFFF"/>
              </a:outerShdw>
            </a:effectLst>
          </p:spPr>
        </p:pic>
        <p:pic>
          <p:nvPicPr>
            <p:cNvPr id="108" name="Picture 43" descr="Picture 43"/>
            <p:cNvPicPr>
              <a:picLocks noChangeAspect="1"/>
            </p:cNvPicPr>
            <p:nvPr/>
          </p:nvPicPr>
          <p:blipFill>
            <a:blip r:embed="rId2"/>
            <a:srcRect l="1840" t="32812" r="94781"/>
            <a:stretch>
              <a:fillRect/>
            </a:stretch>
          </p:blipFill>
          <p:spPr>
            <a:xfrm>
              <a:off x="2193691" y="1357"/>
              <a:ext cx="78735" cy="78735"/>
            </a:xfrm>
            <a:prstGeom prst="rect">
              <a:avLst/>
            </a:prstGeom>
            <a:ln w="12700" cap="flat">
              <a:noFill/>
              <a:miter lim="400000"/>
            </a:ln>
            <a:effectLst>
              <a:outerShdw blurRad="38100" dist="38100" dir="5400000" rotWithShape="0">
                <a:srgbClr val="FFFFFF"/>
              </a:outerShdw>
            </a:effectLst>
          </p:spPr>
        </p:pic>
        <p:pic>
          <p:nvPicPr>
            <p:cNvPr id="109" name="Picture 44" descr="Picture 44"/>
            <p:cNvPicPr>
              <a:picLocks noChangeAspect="1"/>
            </p:cNvPicPr>
            <p:nvPr/>
          </p:nvPicPr>
          <p:blipFill>
            <a:blip r:embed="rId2"/>
            <a:srcRect l="1840" t="32812" r="94781"/>
            <a:stretch>
              <a:fillRect/>
            </a:stretch>
          </p:blipFill>
          <p:spPr>
            <a:xfrm>
              <a:off x="2310434" y="1357"/>
              <a:ext cx="78735" cy="78735"/>
            </a:xfrm>
            <a:prstGeom prst="rect">
              <a:avLst/>
            </a:prstGeom>
            <a:ln w="12700" cap="flat">
              <a:noFill/>
              <a:miter lim="400000"/>
            </a:ln>
            <a:effectLst>
              <a:outerShdw blurRad="38100" dist="38100" dir="5400000" rotWithShape="0">
                <a:srgbClr val="FFFFFF"/>
              </a:outerShdw>
            </a:effectLst>
          </p:spPr>
        </p:pic>
        <p:pic>
          <p:nvPicPr>
            <p:cNvPr id="110" name="Picture 45" descr="Picture 45"/>
            <p:cNvPicPr>
              <a:picLocks noChangeAspect="1"/>
            </p:cNvPicPr>
            <p:nvPr/>
          </p:nvPicPr>
          <p:blipFill>
            <a:blip r:embed="rId2"/>
            <a:srcRect l="1840" t="32812" r="94781"/>
            <a:stretch>
              <a:fillRect/>
            </a:stretch>
          </p:blipFill>
          <p:spPr>
            <a:xfrm>
              <a:off x="2427178" y="0"/>
              <a:ext cx="78735" cy="78734"/>
            </a:xfrm>
            <a:prstGeom prst="rect">
              <a:avLst/>
            </a:prstGeom>
            <a:ln w="12700" cap="flat">
              <a:noFill/>
              <a:miter lim="400000"/>
            </a:ln>
            <a:effectLst>
              <a:outerShdw blurRad="38100" dist="38100" dir="5400000" rotWithShape="0">
                <a:srgbClr val="FFFFFF"/>
              </a:outerShdw>
            </a:effectLst>
          </p:spPr>
        </p:pic>
        <p:pic>
          <p:nvPicPr>
            <p:cNvPr id="111" name="Picture 46" descr="Picture 46"/>
            <p:cNvPicPr>
              <a:picLocks noChangeAspect="1"/>
            </p:cNvPicPr>
            <p:nvPr/>
          </p:nvPicPr>
          <p:blipFill>
            <a:blip r:embed="rId2"/>
            <a:srcRect l="1840" t="32812" r="94781"/>
            <a:stretch>
              <a:fillRect/>
            </a:stretch>
          </p:blipFill>
          <p:spPr>
            <a:xfrm>
              <a:off x="2545279" y="0"/>
              <a:ext cx="77377" cy="78734"/>
            </a:xfrm>
            <a:prstGeom prst="rect">
              <a:avLst/>
            </a:prstGeom>
            <a:ln w="12700" cap="flat">
              <a:noFill/>
              <a:miter lim="400000"/>
            </a:ln>
            <a:effectLst>
              <a:outerShdw blurRad="38100" dist="38100" dir="5400000" rotWithShape="0">
                <a:srgbClr val="FFFFFF"/>
              </a:outerShdw>
            </a:effectLst>
          </p:spPr>
        </p:pic>
        <p:pic>
          <p:nvPicPr>
            <p:cNvPr id="112" name="Picture 47" descr="Picture 47"/>
            <p:cNvPicPr>
              <a:picLocks noChangeAspect="1"/>
            </p:cNvPicPr>
            <p:nvPr/>
          </p:nvPicPr>
          <p:blipFill>
            <a:blip r:embed="rId2"/>
            <a:srcRect l="1840" t="32812" r="94781"/>
            <a:stretch>
              <a:fillRect/>
            </a:stretch>
          </p:blipFill>
          <p:spPr>
            <a:xfrm>
              <a:off x="2662023" y="0"/>
              <a:ext cx="78735" cy="78734"/>
            </a:xfrm>
            <a:prstGeom prst="rect">
              <a:avLst/>
            </a:prstGeom>
            <a:ln w="12700" cap="flat">
              <a:noFill/>
              <a:miter lim="400000"/>
            </a:ln>
            <a:effectLst>
              <a:outerShdw blurRad="38100" dist="38100" dir="5400000" rotWithShape="0">
                <a:srgbClr val="FFFFFF"/>
              </a:outerShdw>
            </a:effectLst>
          </p:spPr>
        </p:pic>
        <p:pic>
          <p:nvPicPr>
            <p:cNvPr id="113" name="Picture 48" descr="Picture 48"/>
            <p:cNvPicPr>
              <a:picLocks noChangeAspect="1"/>
            </p:cNvPicPr>
            <p:nvPr/>
          </p:nvPicPr>
          <p:blipFill>
            <a:blip r:embed="rId2"/>
            <a:srcRect l="1840" t="32812" r="94781"/>
            <a:stretch>
              <a:fillRect/>
            </a:stretch>
          </p:blipFill>
          <p:spPr>
            <a:xfrm>
              <a:off x="2780123" y="0"/>
              <a:ext cx="77378" cy="78734"/>
            </a:xfrm>
            <a:prstGeom prst="rect">
              <a:avLst/>
            </a:prstGeom>
            <a:ln w="12700" cap="flat">
              <a:noFill/>
              <a:miter lim="400000"/>
            </a:ln>
            <a:effectLst>
              <a:outerShdw blurRad="38100" dist="38100" dir="5400000" rotWithShape="0">
                <a:srgbClr val="FFFFFF"/>
              </a:outerShdw>
            </a:effectLst>
          </p:spPr>
        </p:pic>
        <p:pic>
          <p:nvPicPr>
            <p:cNvPr id="114" name="Picture 49" descr="Picture 49"/>
            <p:cNvPicPr>
              <a:picLocks noChangeAspect="1"/>
            </p:cNvPicPr>
            <p:nvPr/>
          </p:nvPicPr>
          <p:blipFill>
            <a:blip r:embed="rId2"/>
            <a:srcRect l="1840" t="32812" r="94781"/>
            <a:stretch>
              <a:fillRect/>
            </a:stretch>
          </p:blipFill>
          <p:spPr>
            <a:xfrm>
              <a:off x="2896866" y="0"/>
              <a:ext cx="78735" cy="78734"/>
            </a:xfrm>
            <a:prstGeom prst="rect">
              <a:avLst/>
            </a:prstGeom>
            <a:ln w="12700" cap="flat">
              <a:noFill/>
              <a:miter lim="400000"/>
            </a:ln>
            <a:effectLst>
              <a:outerShdw blurRad="38100" dist="38100" dir="5400000" rotWithShape="0">
                <a:srgbClr val="FFFFFF"/>
              </a:outerShdw>
            </a:effectLst>
          </p:spPr>
        </p:pic>
        <p:pic>
          <p:nvPicPr>
            <p:cNvPr id="115" name="Picture 50" descr="Picture 50"/>
            <p:cNvPicPr>
              <a:picLocks noChangeAspect="1"/>
            </p:cNvPicPr>
            <p:nvPr/>
          </p:nvPicPr>
          <p:blipFill>
            <a:blip r:embed="rId2"/>
            <a:srcRect l="1840" t="32812" r="94781"/>
            <a:stretch>
              <a:fillRect/>
            </a:stretch>
          </p:blipFill>
          <p:spPr>
            <a:xfrm>
              <a:off x="3012253" y="1357"/>
              <a:ext cx="77377" cy="78735"/>
            </a:xfrm>
            <a:prstGeom prst="rect">
              <a:avLst/>
            </a:prstGeom>
            <a:ln w="12700" cap="flat">
              <a:noFill/>
              <a:miter lim="400000"/>
            </a:ln>
            <a:effectLst>
              <a:outerShdw blurRad="38100" dist="38100" dir="5400000" rotWithShape="0">
                <a:srgbClr val="FFFFFF"/>
              </a:outerShdw>
            </a:effectLst>
          </p:spPr>
        </p:pic>
        <p:pic>
          <p:nvPicPr>
            <p:cNvPr id="116" name="Picture 51" descr="Picture 51"/>
            <p:cNvPicPr>
              <a:picLocks noChangeAspect="1"/>
            </p:cNvPicPr>
            <p:nvPr/>
          </p:nvPicPr>
          <p:blipFill>
            <a:blip r:embed="rId2"/>
            <a:srcRect l="1840" t="32812" r="94781"/>
            <a:stretch>
              <a:fillRect/>
            </a:stretch>
          </p:blipFill>
          <p:spPr>
            <a:xfrm>
              <a:off x="3128996" y="1357"/>
              <a:ext cx="78735" cy="78735"/>
            </a:xfrm>
            <a:prstGeom prst="rect">
              <a:avLst/>
            </a:prstGeom>
            <a:ln w="12700" cap="flat">
              <a:noFill/>
              <a:miter lim="400000"/>
            </a:ln>
            <a:effectLst>
              <a:outerShdw blurRad="38100" dist="38100" dir="5400000" rotWithShape="0">
                <a:srgbClr val="FFFFFF"/>
              </a:outerShdw>
            </a:effectLst>
          </p:spPr>
        </p:pic>
        <p:pic>
          <p:nvPicPr>
            <p:cNvPr id="117" name="Picture 52" descr="Picture 52"/>
            <p:cNvPicPr>
              <a:picLocks noChangeAspect="1"/>
            </p:cNvPicPr>
            <p:nvPr/>
          </p:nvPicPr>
          <p:blipFill>
            <a:blip r:embed="rId2"/>
            <a:srcRect l="1840" t="32812" r="94781"/>
            <a:stretch>
              <a:fillRect/>
            </a:stretch>
          </p:blipFill>
          <p:spPr>
            <a:xfrm>
              <a:off x="3245740" y="1357"/>
              <a:ext cx="78735" cy="78735"/>
            </a:xfrm>
            <a:prstGeom prst="rect">
              <a:avLst/>
            </a:prstGeom>
            <a:ln w="12700" cap="flat">
              <a:noFill/>
              <a:miter lim="400000"/>
            </a:ln>
            <a:effectLst>
              <a:outerShdw blurRad="38100" dist="38100" dir="5400000" rotWithShape="0">
                <a:srgbClr val="FFFFFF"/>
              </a:outerShdw>
            </a:effectLst>
          </p:spPr>
        </p:pic>
      </p:grpSp>
      <p:sp>
        <p:nvSpPr>
          <p:cNvPr id="119" name="Rectangle 4"/>
          <p:cNvSpPr txBox="1"/>
          <p:nvPr/>
        </p:nvSpPr>
        <p:spPr>
          <a:xfrm>
            <a:off x="340123" y="6532272"/>
            <a:ext cx="6878905" cy="2685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9095" tIns="39095" rIns="39095" bIns="39095">
            <a:spAutoFit/>
          </a:bodyPr>
          <a:lstStyle>
            <a:lvl1pPr defTabSz="829875">
              <a:lnSpc>
                <a:spcPct val="120000"/>
              </a:lnSpc>
              <a:defRPr sz="1100" i="1" u="sng"/>
            </a:lvl1pPr>
          </a:lstStyle>
          <a:p>
            <a:r>
              <a:rPr dirty="0"/>
              <a:t>Department of Computer Science and Engineering</a:t>
            </a:r>
            <a:r>
              <a:rPr lang="en-IN" dirty="0"/>
              <a:t>, School of Technology,</a:t>
            </a:r>
            <a:r>
              <a:rPr dirty="0"/>
              <a:t> The Apollo University, Chittoor</a:t>
            </a:r>
          </a:p>
        </p:txBody>
      </p:sp>
      <p:sp>
        <p:nvSpPr>
          <p:cNvPr id="120" name="Slide Number"/>
          <p:cNvSpPr txBox="1">
            <a:spLocks noGrp="1"/>
          </p:cNvSpPr>
          <p:nvPr>
            <p:ph type="sldNum" sz="quarter" idx="2"/>
          </p:nvPr>
        </p:nvSpPr>
        <p:spPr>
          <a:xfrm>
            <a:off x="8649861" y="6433712"/>
            <a:ext cx="139837" cy="127001"/>
          </a:xfrm>
          <a:prstGeom prst="rect">
            <a:avLst/>
          </a:prstGeom>
        </p:spPr>
        <p:txBody>
          <a:bodyPr lIns="0" tIns="0" rIns="0" bIns="0" anchor="b"/>
          <a:lstStyle>
            <a:lvl1pPr defTabSz="829875">
              <a:defRPr sz="900">
                <a:solidFill>
                  <a:srgbClr val="000000"/>
                </a:solidFill>
                <a:latin typeface="Arial"/>
                <a:ea typeface="Arial"/>
                <a:cs typeface="Arial"/>
                <a:sym typeface="Arial"/>
              </a:defRPr>
            </a:lvl1pPr>
          </a:lstStyle>
          <a:p>
            <a:fld id="{86CB4B4D-7CA3-9044-876B-883B54F8677D}" type="slidenum">
              <a:t>‹#›</a:t>
            </a:fld>
            <a:endParaRPr/>
          </a:p>
        </p:txBody>
      </p:sp>
      <p:pic>
        <p:nvPicPr>
          <p:cNvPr id="121" name="images.jpeg" descr="images.jpeg"/>
          <p:cNvPicPr>
            <a:picLocks noChangeAspect="1"/>
          </p:cNvPicPr>
          <p:nvPr/>
        </p:nvPicPr>
        <p:blipFill>
          <a:blip r:embed="rId3"/>
          <a:stretch>
            <a:fillRect/>
          </a:stretch>
        </p:blipFill>
        <p:spPr>
          <a:xfrm>
            <a:off x="7638121" y="34549"/>
            <a:ext cx="1398349" cy="1398349"/>
          </a:xfrm>
          <a:prstGeom prst="rect">
            <a:avLst/>
          </a:prstGeom>
          <a:ln w="12700">
            <a:miter lim="400000"/>
          </a:ln>
        </p:spPr>
      </p:pic>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457200" y="274638"/>
            <a:ext cx="8229600" cy="1143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457200" y="1600200"/>
            <a:ext cx="8229600" cy="45259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8428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5" r:id="rId5"/>
    <p:sldLayoutId id="2147483656" r:id="rId6"/>
    <p:sldLayoutId id="2147483657" r:id="rId7"/>
    <p:sldLayoutId id="2147483658" r:id="rId8"/>
  </p:sldLayoutIdLst>
  <p:transition spd="med"/>
  <p:txStyles>
    <p:titleStyle>
      <a:lvl1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1pPr>
      <a:lvl2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2pPr>
      <a:lvl3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3pPr>
      <a:lvl4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4pPr>
      <a:lvl5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5pPr>
      <a:lvl6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6pPr>
      <a:lvl7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7pPr>
      <a:lvl8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8pPr>
      <a:lvl9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9pPr>
    </p:titleStyle>
    <p:bodyStyle>
      <a:lvl1pPr marL="342900" marR="0" indent="-34290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9pPr>
    </p:bodyStyle>
    <p:otherStyle>
      <a:lvl1pPr marL="0" marR="0" indent="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ubtitle 2"/>
          <p:cNvSpPr txBox="1"/>
          <p:nvPr/>
        </p:nvSpPr>
        <p:spPr>
          <a:xfrm>
            <a:off x="5612082" y="5231062"/>
            <a:ext cx="3146886" cy="12591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pPr algn="just" defTabSz="283463">
              <a:spcBef>
                <a:spcPts val="400"/>
              </a:spcBef>
              <a:defRPr sz="1612">
                <a:solidFill>
                  <a:srgbClr val="888888"/>
                </a:solidFill>
                <a:latin typeface="Times New Roman"/>
                <a:ea typeface="Times New Roman"/>
                <a:cs typeface="Times New Roman"/>
                <a:sym typeface="Times New Roman"/>
              </a:defRPr>
            </a:pPr>
            <a:r>
              <a:rPr sz="1200" dirty="0"/>
              <a:t>Supervisor Details</a:t>
            </a:r>
            <a:endParaRPr lang="en-US" sz="1200" dirty="0"/>
          </a:p>
          <a:p>
            <a:pPr algn="just" defTabSz="283463">
              <a:spcBef>
                <a:spcPts val="400"/>
              </a:spcBef>
              <a:defRPr sz="1612">
                <a:solidFill>
                  <a:srgbClr val="888888"/>
                </a:solidFill>
                <a:latin typeface="Times New Roman"/>
                <a:ea typeface="Times New Roman"/>
                <a:cs typeface="Times New Roman"/>
                <a:sym typeface="Times New Roman"/>
              </a:defRPr>
            </a:pPr>
            <a:r>
              <a:rPr lang="en-US" sz="1200" dirty="0"/>
              <a:t>Guide name:</a:t>
            </a:r>
            <a:endParaRPr sz="1200" dirty="0"/>
          </a:p>
          <a:p>
            <a:pPr algn="just" defTabSz="283463">
              <a:spcBef>
                <a:spcPts val="400"/>
              </a:spcBef>
              <a:defRPr sz="1612">
                <a:solidFill>
                  <a:srgbClr val="888888"/>
                </a:solidFill>
                <a:latin typeface="Times New Roman"/>
                <a:ea typeface="Times New Roman"/>
                <a:cs typeface="Times New Roman"/>
                <a:sym typeface="Times New Roman"/>
              </a:defRPr>
            </a:pPr>
            <a:r>
              <a:rPr lang="en-US" sz="1200" dirty="0"/>
              <a:t>Department of CSE</a:t>
            </a:r>
          </a:p>
          <a:p>
            <a:pPr algn="just" defTabSz="283463">
              <a:spcBef>
                <a:spcPts val="400"/>
              </a:spcBef>
              <a:defRPr sz="1612">
                <a:solidFill>
                  <a:srgbClr val="888888"/>
                </a:solidFill>
                <a:latin typeface="Times New Roman"/>
                <a:ea typeface="Times New Roman"/>
                <a:cs typeface="Times New Roman"/>
                <a:sym typeface="Times New Roman"/>
              </a:defRPr>
            </a:pPr>
            <a:r>
              <a:rPr lang="en-US" sz="1200" dirty="0"/>
              <a:t>School of Technology</a:t>
            </a:r>
            <a:endParaRPr sz="1200" dirty="0"/>
          </a:p>
          <a:p>
            <a:pPr algn="just" defTabSz="283463">
              <a:spcBef>
                <a:spcPts val="400"/>
              </a:spcBef>
              <a:defRPr sz="1612">
                <a:solidFill>
                  <a:srgbClr val="888888"/>
                </a:solidFill>
                <a:latin typeface="Times New Roman"/>
                <a:ea typeface="Times New Roman"/>
                <a:cs typeface="Times New Roman"/>
                <a:sym typeface="Times New Roman"/>
              </a:defRPr>
            </a:pPr>
            <a:r>
              <a:rPr sz="1200" dirty="0"/>
              <a:t>The Apollo University</a:t>
            </a:r>
          </a:p>
        </p:txBody>
      </p:sp>
      <p:sp>
        <p:nvSpPr>
          <p:cNvPr id="131" name="Internship First Review Presentation"/>
          <p:cNvSpPr txBox="1"/>
          <p:nvPr/>
        </p:nvSpPr>
        <p:spPr>
          <a:xfrm>
            <a:off x="3995518" y="327117"/>
            <a:ext cx="92396"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2600">
                <a:latin typeface="Times New Roman"/>
                <a:ea typeface="Times New Roman"/>
                <a:cs typeface="Times New Roman"/>
                <a:sym typeface="Times New Roman"/>
              </a:defRPr>
            </a:lvl1pPr>
          </a:lstStyle>
          <a:p>
            <a:endParaRPr sz="1200" dirty="0"/>
          </a:p>
        </p:txBody>
      </p:sp>
      <p:sp>
        <p:nvSpPr>
          <p:cNvPr id="132" name="Internship Title…"/>
          <p:cNvSpPr txBox="1"/>
          <p:nvPr/>
        </p:nvSpPr>
        <p:spPr>
          <a:xfrm>
            <a:off x="2536514" y="1626938"/>
            <a:ext cx="4070985" cy="10772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lgn="ctr">
              <a:defRPr sz="2600">
                <a:latin typeface="Times New Roman"/>
                <a:ea typeface="Times New Roman"/>
                <a:cs typeface="Times New Roman"/>
                <a:sym typeface="Times New Roman"/>
              </a:defRPr>
            </a:pPr>
            <a:r>
              <a:rPr lang="en-US" sz="3200" dirty="0" err="1"/>
              <a:t>Froentend</a:t>
            </a:r>
            <a:r>
              <a:rPr lang="en-US" sz="3200" dirty="0"/>
              <a:t> Development</a:t>
            </a:r>
          </a:p>
          <a:p>
            <a:pPr algn="ctr">
              <a:defRPr sz="2600">
                <a:latin typeface="Times New Roman"/>
                <a:ea typeface="Times New Roman"/>
                <a:cs typeface="Times New Roman"/>
                <a:sym typeface="Times New Roman"/>
              </a:defRPr>
            </a:pPr>
            <a:r>
              <a:rPr lang="en-US" sz="3200" dirty="0"/>
              <a:t>Internship</a:t>
            </a:r>
            <a:endParaRPr sz="3200" dirty="0"/>
          </a:p>
        </p:txBody>
      </p:sp>
      <p:sp>
        <p:nvSpPr>
          <p:cNvPr id="133" name="School of Technology…"/>
          <p:cNvSpPr txBox="1"/>
          <p:nvPr/>
        </p:nvSpPr>
        <p:spPr>
          <a:xfrm>
            <a:off x="1425114" y="3468131"/>
            <a:ext cx="6110004" cy="12003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lgn="ctr">
              <a:defRPr sz="2600">
                <a:latin typeface="Times New Roman"/>
                <a:ea typeface="Times New Roman"/>
                <a:cs typeface="Times New Roman"/>
                <a:sym typeface="Times New Roman"/>
              </a:defRPr>
            </a:pPr>
            <a:r>
              <a:rPr lang="en-IN" sz="2400" dirty="0"/>
              <a:t>Name of Programme: CSE-A</a:t>
            </a:r>
          </a:p>
          <a:p>
            <a:pPr algn="ctr">
              <a:defRPr sz="2600">
                <a:latin typeface="Times New Roman"/>
                <a:ea typeface="Times New Roman"/>
                <a:cs typeface="Times New Roman"/>
                <a:sym typeface="Times New Roman"/>
              </a:defRPr>
            </a:pPr>
            <a:r>
              <a:rPr lang="en-US" sz="2400" dirty="0"/>
              <a:t>Department of Computer Science &amp; Engineering</a:t>
            </a:r>
          </a:p>
          <a:p>
            <a:pPr algn="ctr">
              <a:defRPr sz="2600">
                <a:latin typeface="Times New Roman"/>
                <a:ea typeface="Times New Roman"/>
                <a:cs typeface="Times New Roman"/>
                <a:sym typeface="Times New Roman"/>
              </a:defRPr>
            </a:pPr>
            <a:r>
              <a:rPr sz="2400" dirty="0"/>
              <a:t>School of Technology</a:t>
            </a:r>
          </a:p>
        </p:txBody>
      </p:sp>
      <p:pic>
        <p:nvPicPr>
          <p:cNvPr id="134" name="images.jpeg" descr="images.jpeg"/>
          <p:cNvPicPr>
            <a:picLocks noChangeAspect="1"/>
          </p:cNvPicPr>
          <p:nvPr/>
        </p:nvPicPr>
        <p:blipFill>
          <a:blip r:embed="rId2"/>
          <a:stretch>
            <a:fillRect/>
          </a:stretch>
        </p:blipFill>
        <p:spPr>
          <a:xfrm>
            <a:off x="7305149" y="0"/>
            <a:ext cx="1752399" cy="1752398"/>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Slide Number"/>
          <p:cNvSpPr txBox="1">
            <a:spLocks noGrp="1"/>
          </p:cNvSpPr>
          <p:nvPr>
            <p:ph type="sldNum" sz="quarter" idx="2"/>
          </p:nvPr>
        </p:nvSpPr>
        <p:spPr>
          <a:xfrm>
            <a:off x="8662697" y="6433711"/>
            <a:ext cx="127001" cy="12700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a:t>
            </a:fld>
            <a:endParaRPr/>
          </a:p>
        </p:txBody>
      </p:sp>
      <p:sp>
        <p:nvSpPr>
          <p:cNvPr id="5" name="Rectangle 4"/>
          <p:cNvSpPr/>
          <p:nvPr/>
        </p:nvSpPr>
        <p:spPr>
          <a:xfrm>
            <a:off x="-407591" y="112426"/>
            <a:ext cx="8488103" cy="1138773"/>
          </a:xfrm>
          <a:prstGeom prst="rect">
            <a:avLst/>
          </a:prstGeom>
          <a:noFill/>
        </p:spPr>
        <p:txBody>
          <a:bodyPr wrap="square" lIns="91440" tIns="45720" rIns="91440" bIns="45720">
            <a:spAutoFit/>
          </a:bodyPr>
          <a:lstStyle/>
          <a:p>
            <a:pPr algn="ctr"/>
            <a:r>
              <a:rPr lang="en-US" sz="2800" b="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STUDENT AND INTERNSHIP DETAILS</a:t>
            </a:r>
          </a:p>
          <a:p>
            <a:pPr algn="ctr"/>
            <a:endParaRPr lang="en-US" sz="4000" b="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sp>
        <p:nvSpPr>
          <p:cNvPr id="2" name="TextBox 1"/>
          <p:cNvSpPr txBox="1"/>
          <p:nvPr/>
        </p:nvSpPr>
        <p:spPr>
          <a:xfrm>
            <a:off x="734518" y="1791325"/>
            <a:ext cx="7734925" cy="40318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3200" dirty="0" err="1"/>
              <a:t>Name:B.Sruthi</a:t>
            </a:r>
            <a:endParaRPr lang="en-US" sz="3200" dirty="0"/>
          </a:p>
          <a:p>
            <a:r>
              <a:rPr lang="en-US" sz="3200" dirty="0"/>
              <a:t>Register Number:122411510118</a:t>
            </a:r>
          </a:p>
          <a:p>
            <a:r>
              <a:rPr lang="en-US" sz="3200" dirty="0"/>
              <a:t>Name of the </a:t>
            </a:r>
            <a:r>
              <a:rPr lang="en-US" sz="3200" dirty="0" err="1"/>
              <a:t>Programme</a:t>
            </a:r>
            <a:r>
              <a:rPr lang="en-US" sz="3200" dirty="0"/>
              <a:t>: CSE-A</a:t>
            </a:r>
          </a:p>
          <a:p>
            <a:r>
              <a:rPr lang="en-US" sz="3200" dirty="0"/>
              <a:t>Company Name: </a:t>
            </a:r>
            <a:r>
              <a:rPr lang="en-US" sz="3200" dirty="0" err="1"/>
              <a:t>alfido</a:t>
            </a:r>
            <a:r>
              <a:rPr lang="en-US" sz="3200" dirty="0"/>
              <a:t> Tech</a:t>
            </a:r>
          </a:p>
          <a:p>
            <a:r>
              <a:rPr lang="en-US" sz="3200" dirty="0"/>
              <a:t>Internship Duration:2months</a:t>
            </a:r>
          </a:p>
          <a:p>
            <a:endParaRPr lang="en-US" sz="3200" dirty="0"/>
          </a:p>
          <a:p>
            <a:pPr algn="just"/>
            <a:endParaRPr kumimoji="0" lang="en-US" sz="32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Calibri"/>
            </a:endParaRPr>
          </a:p>
          <a:p>
            <a:pPr marL="0" marR="0" indent="0" algn="l" defTabSz="4572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Calibri"/>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33136" y="0"/>
            <a:ext cx="4735211" cy="584775"/>
          </a:xfrm>
          <a:prstGeom prst="rect">
            <a:avLst/>
          </a:prstGeom>
          <a:noFill/>
        </p:spPr>
        <p:txBody>
          <a:bodyPr wrap="square" lIns="91440" tIns="45720" rIns="91440" bIns="45720">
            <a:spAutoFit/>
          </a:bodyPr>
          <a:lstStyle/>
          <a:p>
            <a:r>
              <a:rPr lang="en-US" sz="3200" b="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COMPANY PROFILE</a:t>
            </a:r>
          </a:p>
        </p:txBody>
      </p:sp>
      <p:sp>
        <p:nvSpPr>
          <p:cNvPr id="5" name="TextBox 4">
            <a:extLst>
              <a:ext uri="{FF2B5EF4-FFF2-40B4-BE49-F238E27FC236}">
                <a16:creationId xmlns:a16="http://schemas.microsoft.com/office/drawing/2014/main" id="{AD52E1B3-9E2A-AFF8-F555-D21E36AE6461}"/>
              </a:ext>
            </a:extLst>
          </p:cNvPr>
          <p:cNvSpPr txBox="1"/>
          <p:nvPr/>
        </p:nvSpPr>
        <p:spPr>
          <a:xfrm>
            <a:off x="433136" y="993073"/>
            <a:ext cx="6257031" cy="11056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457200" indent="-457200">
              <a:buFont typeface="Arial" panose="020B0604020202020204" pitchFamily="34" charset="0"/>
              <a:buChar char="•"/>
            </a:pPr>
            <a:r>
              <a:rPr lang="en-US" sz="2400" dirty="0"/>
              <a:t>About the company</a:t>
            </a:r>
            <a:r>
              <a:rPr lang="en-US" sz="3200" dirty="0"/>
              <a:t>:</a:t>
            </a:r>
          </a:p>
          <a:p>
            <a:pPr marL="342900" lvl="0" indent="-342900">
              <a:lnSpc>
                <a:spcPct val="115000"/>
              </a:lnSpc>
              <a:spcAft>
                <a:spcPts val="800"/>
              </a:spcAft>
              <a:buSzPts val="1000"/>
              <a:buFont typeface="Symbol" panose="05050102010706020507" pitchFamily="18" charset="2"/>
              <a:buChar char=""/>
              <a:tabLst>
                <a:tab pos="457200" algn="l"/>
              </a:tabLst>
            </a:pPr>
            <a:endParaRPr lang="en-IN" sz="32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8591B2D3-2909-2689-75BB-1C51443C8689}"/>
              </a:ext>
            </a:extLst>
          </p:cNvPr>
          <p:cNvSpPr txBox="1"/>
          <p:nvPr/>
        </p:nvSpPr>
        <p:spPr>
          <a:xfrm>
            <a:off x="812828" y="1490007"/>
            <a:ext cx="7355460" cy="1477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IN" dirty="0" err="1"/>
              <a:t>Alfido</a:t>
            </a:r>
            <a:r>
              <a:rPr lang="en-IN" dirty="0"/>
              <a:t> Tech is a technology-focused organization that provides internship programs, training, and project-based learning opportunities for students. The company aims to bridge the gap between academic learning and industry requirements through practical exposure and skill development. It offers opportunities in various technical and non-technical domains.</a:t>
            </a:r>
          </a:p>
        </p:txBody>
      </p:sp>
      <p:sp>
        <p:nvSpPr>
          <p:cNvPr id="7" name="TextBox 6">
            <a:extLst>
              <a:ext uri="{FF2B5EF4-FFF2-40B4-BE49-F238E27FC236}">
                <a16:creationId xmlns:a16="http://schemas.microsoft.com/office/drawing/2014/main" id="{7F4FED72-C184-23A1-B8DB-442781EE33EE}"/>
              </a:ext>
            </a:extLst>
          </p:cNvPr>
          <p:cNvSpPr txBox="1"/>
          <p:nvPr/>
        </p:nvSpPr>
        <p:spPr>
          <a:xfrm>
            <a:off x="433136" y="2967335"/>
            <a:ext cx="457200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457200" indent="-457200">
              <a:buFont typeface="Arial" panose="020B0604020202020204" pitchFamily="34" charset="0"/>
              <a:buChar char="•"/>
            </a:pPr>
            <a:r>
              <a:rPr lang="en-US" sz="2400" dirty="0"/>
              <a:t>Services/Products</a:t>
            </a:r>
            <a:r>
              <a:rPr lang="en-US" sz="2400" b="1" dirty="0"/>
              <a:t>:</a:t>
            </a:r>
          </a:p>
        </p:txBody>
      </p:sp>
      <p:sp>
        <p:nvSpPr>
          <p:cNvPr id="9" name="TextBox 8">
            <a:extLst>
              <a:ext uri="{FF2B5EF4-FFF2-40B4-BE49-F238E27FC236}">
                <a16:creationId xmlns:a16="http://schemas.microsoft.com/office/drawing/2014/main" id="{4AE5960F-BF53-458D-A3FC-60048369AEF4}"/>
              </a:ext>
            </a:extLst>
          </p:cNvPr>
          <p:cNvSpPr txBox="1"/>
          <p:nvPr/>
        </p:nvSpPr>
        <p:spPr>
          <a:xfrm>
            <a:off x="865165" y="3429000"/>
            <a:ext cx="4572000"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IN" dirty="0"/>
              <a:t>Internship Programs Project-Based Training Web Development Services Software Development Solutions Career Guidance and Skill Development Certification Programs</a:t>
            </a:r>
          </a:p>
        </p:txBody>
      </p:sp>
      <p:sp>
        <p:nvSpPr>
          <p:cNvPr id="11" name="TextBox 10">
            <a:extLst>
              <a:ext uri="{FF2B5EF4-FFF2-40B4-BE49-F238E27FC236}">
                <a16:creationId xmlns:a16="http://schemas.microsoft.com/office/drawing/2014/main" id="{9827F493-0054-9C13-D77B-76B08E1316E0}"/>
              </a:ext>
            </a:extLst>
          </p:cNvPr>
          <p:cNvSpPr txBox="1"/>
          <p:nvPr/>
        </p:nvSpPr>
        <p:spPr>
          <a:xfrm>
            <a:off x="433136" y="4674157"/>
            <a:ext cx="457200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457200" indent="-457200">
              <a:buFont typeface="Arial" panose="020B0604020202020204" pitchFamily="34" charset="0"/>
              <a:buChar char="•"/>
            </a:pPr>
            <a:r>
              <a:rPr lang="en-US" sz="2400" dirty="0"/>
              <a:t>Domain</a:t>
            </a:r>
            <a:r>
              <a:rPr lang="en-US" sz="1800" b="1" dirty="0"/>
              <a:t>: </a:t>
            </a:r>
            <a:r>
              <a:rPr lang="en-US" sz="1800" dirty="0" err="1"/>
              <a:t>Froented</a:t>
            </a:r>
            <a:r>
              <a:rPr lang="en-US" sz="1800" dirty="0"/>
              <a:t> developer</a:t>
            </a:r>
          </a:p>
        </p:txBody>
      </p:sp>
    </p:spTree>
    <p:extLst>
      <p:ext uri="{BB962C8B-B14F-4D97-AF65-F5344CB8AC3E}">
        <p14:creationId xmlns:p14="http://schemas.microsoft.com/office/powerpoint/2010/main" val="3269784059"/>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3443" y="134911"/>
            <a:ext cx="8126573" cy="584775"/>
          </a:xfrm>
          <a:prstGeom prst="rect">
            <a:avLst/>
          </a:prstGeom>
          <a:noFill/>
        </p:spPr>
        <p:txBody>
          <a:bodyPr wrap="square" lIns="91440" tIns="45720" rIns="91440" bIns="45720">
            <a:spAutoFit/>
          </a:bodyPr>
          <a:lstStyle/>
          <a:p>
            <a:r>
              <a:rPr lang="en-US" sz="3200" b="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ABSTRACT</a:t>
            </a:r>
          </a:p>
        </p:txBody>
      </p:sp>
      <p:sp>
        <p:nvSpPr>
          <p:cNvPr id="4" name="TextBox 3">
            <a:extLst>
              <a:ext uri="{FF2B5EF4-FFF2-40B4-BE49-F238E27FC236}">
                <a16:creationId xmlns:a16="http://schemas.microsoft.com/office/drawing/2014/main" id="{2060E2CB-0A4B-0345-860B-3F1BC82297C1}"/>
              </a:ext>
            </a:extLst>
          </p:cNvPr>
          <p:cNvSpPr txBox="1"/>
          <p:nvPr/>
        </p:nvSpPr>
        <p:spPr>
          <a:xfrm>
            <a:off x="606287" y="1550506"/>
            <a:ext cx="7866381" cy="473975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endParaRPr lang="en-IN" b="1" dirty="0"/>
          </a:p>
          <a:p>
            <a:r>
              <a:rPr lang="en-IN" dirty="0"/>
              <a:t>This internship was carried out at </a:t>
            </a:r>
            <a:r>
              <a:rPr lang="en-IN" b="1" dirty="0" err="1"/>
              <a:t>Alfido</a:t>
            </a:r>
            <a:r>
              <a:rPr lang="en-IN" b="1" dirty="0"/>
              <a:t> Tech</a:t>
            </a:r>
            <a:r>
              <a:rPr lang="en-IN" dirty="0"/>
              <a:t> as a </a:t>
            </a:r>
            <a:r>
              <a:rPr lang="en-IN" b="1" dirty="0"/>
              <a:t>Frontend Developer Intern</a:t>
            </a:r>
            <a:r>
              <a:rPr lang="en-IN" dirty="0"/>
              <a:t> for a duration of two months. The primary objective of the internship was to gain practical knowledge in frontend web development and understand the workflow of real-world web projects.</a:t>
            </a:r>
          </a:p>
          <a:p>
            <a:r>
              <a:rPr lang="en-IN" dirty="0"/>
              <a:t>During the internship, I learned and applied technologies such as </a:t>
            </a:r>
            <a:r>
              <a:rPr lang="en-IN" b="1" dirty="0"/>
              <a:t>HTML, CSS, and JavaScript</a:t>
            </a:r>
            <a:r>
              <a:rPr lang="en-IN" dirty="0"/>
              <a:t> to design and develop responsive web pages. I worked on creating a </a:t>
            </a:r>
            <a:r>
              <a:rPr lang="en-IN" b="1" dirty="0"/>
              <a:t>personal portfolio website</a:t>
            </a:r>
            <a:r>
              <a:rPr lang="en-IN" dirty="0"/>
              <a:t>, which included sections such as About, Skills, Projects, Education, and Contact. The project also incorporated interactive features like smooth scrolling, navigation highlighting, and scroll-based animations.</a:t>
            </a:r>
          </a:p>
          <a:p>
            <a:r>
              <a:rPr lang="en-IN" dirty="0"/>
              <a:t>The internship helped me strengthen my understanding of web development concepts, improve problem-solving abilities, and gain hands-on experience in building user-friendly interfaces. Through this experience, I developed technical skills, project planning abilities, and confidence in developing frontend applications independently.</a:t>
            </a:r>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100426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33137" y="0"/>
            <a:ext cx="7213367" cy="707886"/>
          </a:xfrm>
          <a:prstGeom prst="rect">
            <a:avLst/>
          </a:prstGeom>
          <a:noFill/>
        </p:spPr>
        <p:txBody>
          <a:bodyPr wrap="square" lIns="91440" tIns="45720" rIns="91440" bIns="45720">
            <a:spAutoFit/>
          </a:bodyPr>
          <a:lstStyle/>
          <a:p>
            <a:r>
              <a:rPr lang="en-US" sz="4000" b="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I</a:t>
            </a:r>
            <a:r>
              <a:rPr lang="en-IN" sz="4000" b="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NTRODUCTION</a:t>
            </a:r>
            <a:endParaRPr lang="en-US" sz="4000" b="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A3B2165-7AE8-8A99-44E3-C3C28E230DB1}"/>
              </a:ext>
            </a:extLst>
          </p:cNvPr>
          <p:cNvSpPr txBox="1"/>
          <p:nvPr/>
        </p:nvSpPr>
        <p:spPr>
          <a:xfrm>
            <a:off x="654755" y="970844"/>
            <a:ext cx="7826635" cy="18484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342900" lvl="0" indent="-342900">
              <a:lnSpc>
                <a:spcPct val="115000"/>
              </a:lnSpc>
              <a:spcAft>
                <a:spcPts val="800"/>
              </a:spcAft>
              <a:buSzPts val="1000"/>
              <a:buFont typeface="Symbol" panose="05050102010706020507" pitchFamily="18" charset="2"/>
              <a:buChar char=""/>
              <a:tabLst>
                <a:tab pos="457200" algn="l"/>
              </a:tabLst>
            </a:pPr>
            <a:r>
              <a:rPr lang="en-IN" sz="32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algn="ctr">
              <a:lnSpc>
                <a:spcPct val="115000"/>
              </a:lnSpc>
              <a:spcAft>
                <a:spcPts val="800"/>
              </a:spcAft>
              <a:buNone/>
            </a:pPr>
            <a:br>
              <a:rPr lang="en-IN" sz="3200" kern="100" dirty="0">
                <a:effectLst/>
                <a:latin typeface="Times New Roman" panose="02020603050405020304" pitchFamily="18" charset="0"/>
                <a:ea typeface="Calibri" panose="020F0502020204030204" pitchFamily="34" charset="0"/>
                <a:cs typeface="Times New Roman" panose="02020603050405020304" pitchFamily="18" charset="0"/>
              </a:rPr>
            </a:br>
            <a:endParaRPr lang="en-IN" sz="32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2FB646FC-7C51-915F-FD8B-DF1770632E65}"/>
              </a:ext>
            </a:extLst>
          </p:cNvPr>
          <p:cNvSpPr txBox="1"/>
          <p:nvPr/>
        </p:nvSpPr>
        <p:spPr>
          <a:xfrm>
            <a:off x="857951" y="1305341"/>
            <a:ext cx="6943385" cy="48013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5750" indent="-285750">
              <a:buFont typeface="Arial" panose="020B0604020202020204" pitchFamily="34" charset="0"/>
              <a:buChar char="•"/>
            </a:pPr>
            <a:r>
              <a:rPr lang="en-IN" dirty="0"/>
              <a:t>Frontend development is an essential part of web development that focuses on creating the user interface and improving user experience. </a:t>
            </a:r>
          </a:p>
          <a:p>
            <a:pPr marL="285750" indent="-285750">
              <a:buFont typeface="Arial" panose="020B0604020202020204" pitchFamily="34" charset="0"/>
              <a:buChar char="•"/>
            </a:pPr>
            <a:r>
              <a:rPr lang="en-IN" dirty="0"/>
              <a:t>The purpose of this internship was to gain practical knowledge of frontend technologies and understand the process of developing modern websites. </a:t>
            </a:r>
          </a:p>
          <a:p>
            <a:pPr marL="285750" indent="-285750">
              <a:buFont typeface="Arial" panose="020B0604020202020204" pitchFamily="34" charset="0"/>
              <a:buChar char="•"/>
            </a:pPr>
            <a:r>
              <a:rPr lang="en-IN" dirty="0"/>
              <a:t>During the internship at </a:t>
            </a:r>
            <a:r>
              <a:rPr lang="en-IN" b="1" dirty="0" err="1"/>
              <a:t>Alfido</a:t>
            </a:r>
            <a:r>
              <a:rPr lang="en-IN" b="1" dirty="0"/>
              <a:t> Tech</a:t>
            </a:r>
            <a:r>
              <a:rPr lang="en-IN" dirty="0"/>
              <a:t>, I worked as a </a:t>
            </a:r>
            <a:r>
              <a:rPr lang="en-IN" b="1" dirty="0"/>
              <a:t>Frontend Developer Intern</a:t>
            </a:r>
            <a:r>
              <a:rPr lang="en-IN" dirty="0"/>
              <a:t> and learned the fundamentals of web development using HTML, CSS, and JavaScript. </a:t>
            </a:r>
          </a:p>
          <a:p>
            <a:pPr marL="285750" indent="-285750">
              <a:buFont typeface="Arial" panose="020B0604020202020204" pitchFamily="34" charset="0"/>
              <a:buChar char="•"/>
            </a:pPr>
            <a:r>
              <a:rPr lang="en-IN" dirty="0"/>
              <a:t>The internship provided hands-on experience in designing, developing, and testing responsive web pages. </a:t>
            </a:r>
          </a:p>
          <a:p>
            <a:pPr marL="285750" indent="-285750">
              <a:buFont typeface="Arial" panose="020B0604020202020204" pitchFamily="34" charset="0"/>
              <a:buChar char="•"/>
            </a:pPr>
            <a:r>
              <a:rPr lang="en-IN" dirty="0"/>
              <a:t>As part of the internship, I developed a </a:t>
            </a:r>
            <a:r>
              <a:rPr lang="en-IN" b="1" dirty="0"/>
              <a:t>personal portfolio website</a:t>
            </a:r>
            <a:r>
              <a:rPr lang="en-IN" dirty="0"/>
              <a:t> to showcase my skills, projects, education, and contact information. </a:t>
            </a:r>
          </a:p>
          <a:p>
            <a:pPr marL="285750" indent="-285750">
              <a:buFont typeface="Arial" panose="020B0604020202020204" pitchFamily="34" charset="0"/>
              <a:buChar char="•"/>
            </a:pPr>
            <a:r>
              <a:rPr lang="en-IN" dirty="0"/>
              <a:t>The project helped me understand webpage structure, styling techniques, responsive design, and basic interactive features. </a:t>
            </a:r>
          </a:p>
          <a:p>
            <a:pPr marL="285750" indent="-285750">
              <a:buFont typeface="Arial" panose="020B0604020202020204" pitchFamily="34" charset="0"/>
              <a:buChar char="•"/>
            </a:pPr>
            <a:r>
              <a:rPr lang="en-IN" dirty="0"/>
              <a:t>This internship enhanced my technical knowledge, problem-solving abilities, and confidence in developing real-world web applications.</a:t>
            </a:r>
          </a:p>
        </p:txBody>
      </p:sp>
    </p:spTree>
    <p:extLst>
      <p:ext uri="{BB962C8B-B14F-4D97-AF65-F5344CB8AC3E}">
        <p14:creationId xmlns:p14="http://schemas.microsoft.com/office/powerpoint/2010/main" val="360674648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94678" y="77343"/>
            <a:ext cx="3432350" cy="707886"/>
          </a:xfrm>
          <a:prstGeom prst="rect">
            <a:avLst/>
          </a:prstGeom>
          <a:noFill/>
        </p:spPr>
        <p:txBody>
          <a:bodyPr wrap="none" lIns="91440" tIns="45720" rIns="91440" bIns="45720">
            <a:spAutoFit/>
          </a:bodyPr>
          <a:lstStyle/>
          <a:p>
            <a:pPr algn="ctr"/>
            <a:r>
              <a:rPr lang="en-US" sz="4000" b="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OBJECTIVES</a:t>
            </a:r>
          </a:p>
        </p:txBody>
      </p:sp>
      <p:sp>
        <p:nvSpPr>
          <p:cNvPr id="6" name="TextBox 5">
            <a:extLst>
              <a:ext uri="{FF2B5EF4-FFF2-40B4-BE49-F238E27FC236}">
                <a16:creationId xmlns:a16="http://schemas.microsoft.com/office/drawing/2014/main" id="{FC013D1D-A5CE-7D79-3212-FA06FD7B0D95}"/>
              </a:ext>
            </a:extLst>
          </p:cNvPr>
          <p:cNvSpPr txBox="1"/>
          <p:nvPr/>
        </p:nvSpPr>
        <p:spPr>
          <a:xfrm>
            <a:off x="794678" y="1736873"/>
            <a:ext cx="7689565" cy="39372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5750" indent="-285750">
              <a:buFont typeface="Arial" panose="020B0604020202020204" pitchFamily="34" charset="0"/>
              <a:buChar char="•"/>
            </a:pPr>
            <a:r>
              <a:rPr lang="en-IN" dirty="0"/>
              <a:t>To design and develop a professional personal portfolio website using HTML, CSS, and JavaScript.</a:t>
            </a:r>
          </a:p>
          <a:p>
            <a:pPr marL="285750" indent="-285750">
              <a:buFont typeface="Arial" panose="020B0604020202020204" pitchFamily="34" charset="0"/>
              <a:buChar char="•"/>
            </a:pPr>
            <a:r>
              <a:rPr lang="en-IN" dirty="0"/>
              <a:t>To create a responsive and user-friendly interface that works across different devices and screen sizes.</a:t>
            </a:r>
          </a:p>
          <a:p>
            <a:pPr marL="285750" indent="-285750">
              <a:buFont typeface="Arial" panose="020B0604020202020204" pitchFamily="34" charset="0"/>
              <a:buChar char="•"/>
            </a:pPr>
            <a:r>
              <a:rPr lang="en-IN" dirty="0"/>
              <a:t>To showcase personal information, technical skills, projects, education, and contact details in an organized manner.</a:t>
            </a:r>
          </a:p>
          <a:p>
            <a:pPr marL="285750" indent="-285750">
              <a:buFont typeface="Arial" panose="020B0604020202020204" pitchFamily="34" charset="0"/>
              <a:buChar char="•"/>
            </a:pPr>
            <a:r>
              <a:rPr lang="en-IN" dirty="0"/>
              <a:t>To implement interactive features such as smooth scrolling, navigation highlighting, and scroll-based animations.</a:t>
            </a:r>
          </a:p>
          <a:p>
            <a:pPr marL="285750" indent="-285750">
              <a:buFont typeface="Arial" panose="020B0604020202020204" pitchFamily="34" charset="0"/>
              <a:buChar char="•"/>
            </a:pPr>
            <a:r>
              <a:rPr lang="en-IN" dirty="0"/>
              <a:t>To improve frontend development skills through practical implementation of web technologies.</a:t>
            </a:r>
          </a:p>
          <a:p>
            <a:pPr marL="285750" indent="-285750">
              <a:buFont typeface="Arial" panose="020B0604020202020204" pitchFamily="34" charset="0"/>
              <a:buChar char="•"/>
            </a:pPr>
            <a:r>
              <a:rPr lang="en-IN" dirty="0"/>
              <a:t>To test and optimize the website for better usability, performance, and user experience.</a:t>
            </a:r>
          </a:p>
          <a:p>
            <a:pPr marL="342900" lvl="0" indent="-342900">
              <a:lnSpc>
                <a:spcPct val="115000"/>
              </a:lnSpc>
              <a:spcAft>
                <a:spcPts val="800"/>
              </a:spcAft>
              <a:buSzPts val="1000"/>
              <a:buFont typeface="Symbol" panose="05050102010706020507" pitchFamily="18" charset="2"/>
              <a:buChar char=""/>
              <a:tabLst>
                <a:tab pos="457200" algn="l"/>
              </a:tabLst>
            </a:pPr>
            <a:endParaRPr lang="en-IN" sz="32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9098124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63D47-1098-462C-8D96-D1125BD51F8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DE4F393-5AF8-D59C-693C-8817C32D4CEA}"/>
              </a:ext>
            </a:extLst>
          </p:cNvPr>
          <p:cNvSpPr txBox="1"/>
          <p:nvPr/>
        </p:nvSpPr>
        <p:spPr>
          <a:xfrm>
            <a:off x="742121" y="1258956"/>
            <a:ext cx="8529201" cy="49221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IN" sz="2000" b="1" dirty="0"/>
              <a:t>Programming Languages</a:t>
            </a:r>
          </a:p>
          <a:p>
            <a:r>
              <a:rPr lang="en-IN" sz="2000" dirty="0"/>
              <a:t>HTML</a:t>
            </a:r>
          </a:p>
          <a:p>
            <a:r>
              <a:rPr lang="en-IN" sz="2000" dirty="0"/>
              <a:t>CSS</a:t>
            </a:r>
          </a:p>
          <a:p>
            <a:r>
              <a:rPr lang="en-IN" sz="2000" dirty="0"/>
              <a:t>JavaScript </a:t>
            </a:r>
          </a:p>
          <a:p>
            <a:endParaRPr lang="en-IN" sz="2000" dirty="0"/>
          </a:p>
          <a:p>
            <a:r>
              <a:rPr lang="en-IN" sz="2000" b="1" dirty="0"/>
              <a:t>Tools &amp; Frameworks</a:t>
            </a:r>
          </a:p>
          <a:p>
            <a:r>
              <a:rPr lang="en-IN" sz="2000" dirty="0"/>
              <a:t>Visual Studio Code (VS Code) </a:t>
            </a:r>
          </a:p>
          <a:p>
            <a:r>
              <a:rPr lang="en-IN" sz="2000" dirty="0"/>
              <a:t>Google Chrome (Testing &amp; Debugging) </a:t>
            </a:r>
          </a:p>
          <a:p>
            <a:r>
              <a:rPr lang="en-IN" sz="2000" dirty="0"/>
              <a:t>W3Schools (Learning Resource) </a:t>
            </a:r>
          </a:p>
          <a:p>
            <a:r>
              <a:rPr lang="en-IN" sz="2000" dirty="0" err="1"/>
              <a:t>FreeCodeCamp</a:t>
            </a:r>
            <a:r>
              <a:rPr lang="en-IN" sz="2000" dirty="0"/>
              <a:t> (Learning Resource) </a:t>
            </a:r>
          </a:p>
          <a:p>
            <a:endParaRPr lang="en-IN" sz="2000" dirty="0"/>
          </a:p>
          <a:p>
            <a:r>
              <a:rPr lang="en-IN" sz="2000" b="1" dirty="0"/>
              <a:t>Hardware</a:t>
            </a:r>
          </a:p>
          <a:p>
            <a:r>
              <a:rPr lang="en-IN" sz="2000" dirty="0"/>
              <a:t>Laptop/Desktop Computer </a:t>
            </a:r>
          </a:p>
          <a:p>
            <a:r>
              <a:rPr lang="en-IN" sz="2000" dirty="0"/>
              <a:t>Internet Connection </a:t>
            </a:r>
          </a:p>
          <a:p>
            <a:pPr marL="457200" lvl="0" indent="-457200">
              <a:lnSpc>
                <a:spcPct val="115000"/>
              </a:lnSpc>
              <a:spcAft>
                <a:spcPts val="800"/>
              </a:spcAft>
              <a:buSzPts val="1000"/>
              <a:buFont typeface="Wingdings" panose="05000000000000000000" pitchFamily="2" charset="2"/>
              <a:buChar char="§"/>
              <a:tabLst>
                <a:tab pos="457200" algn="l"/>
              </a:tabLst>
            </a:pPr>
            <a:endParaRPr lang="en-IN" sz="32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AF4F9460-6664-A7DE-25A2-75B6DFF558C1}"/>
              </a:ext>
            </a:extLst>
          </p:cNvPr>
          <p:cNvSpPr/>
          <p:nvPr/>
        </p:nvSpPr>
        <p:spPr>
          <a:xfrm>
            <a:off x="-872442" y="77343"/>
            <a:ext cx="6766596" cy="707886"/>
          </a:xfrm>
          <a:prstGeom prst="rect">
            <a:avLst/>
          </a:prstGeom>
          <a:noFill/>
        </p:spPr>
        <p:txBody>
          <a:bodyPr wrap="none" lIns="91440" tIns="45720" rIns="91440" bIns="45720">
            <a:spAutoFit/>
          </a:bodyPr>
          <a:lstStyle/>
          <a:p>
            <a:pPr algn="ctr"/>
            <a:r>
              <a:rPr lang="en-US" sz="4000" b="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T</a:t>
            </a:r>
            <a:r>
              <a:rPr lang="en-IN" sz="4000" b="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ECHNOLOGIES USED</a:t>
            </a:r>
            <a:endParaRPr lang="en-US" sz="4000" b="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442984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1061" y="0"/>
            <a:ext cx="5035826" cy="584775"/>
          </a:xfrm>
          <a:prstGeom prst="rect">
            <a:avLst/>
          </a:prstGeom>
          <a:noFill/>
        </p:spPr>
        <p:txBody>
          <a:bodyPr wrap="square" lIns="91440" tIns="45720" rIns="91440" bIns="45720">
            <a:spAutoFit/>
          </a:bodyPr>
          <a:lstStyle/>
          <a:p>
            <a:pPr algn="ctr"/>
            <a:r>
              <a:rPr lang="en-US" sz="3200" b="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WORKPLAN / TIMELINE</a:t>
            </a:r>
          </a:p>
        </p:txBody>
      </p:sp>
      <p:sp>
        <p:nvSpPr>
          <p:cNvPr id="5" name="TextBox 4">
            <a:extLst>
              <a:ext uri="{FF2B5EF4-FFF2-40B4-BE49-F238E27FC236}">
                <a16:creationId xmlns:a16="http://schemas.microsoft.com/office/drawing/2014/main" id="{D26003B9-0DBD-55FA-D281-DEEED654B9D0}"/>
              </a:ext>
            </a:extLst>
          </p:cNvPr>
          <p:cNvSpPr txBox="1"/>
          <p:nvPr/>
        </p:nvSpPr>
        <p:spPr>
          <a:xfrm>
            <a:off x="371059" y="1138661"/>
            <a:ext cx="8220046"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IN" dirty="0">
                <a:solidFill>
                  <a:srgbClr val="FF0000"/>
                </a:solidFill>
              </a:rPr>
              <a:t>Week 1:</a:t>
            </a:r>
          </a:p>
          <a:p>
            <a:r>
              <a:rPr lang="en-US" dirty="0"/>
              <a:t>Learned HTML fundamentals using W3Schools and </a:t>
            </a:r>
            <a:r>
              <a:rPr lang="en-US" dirty="0" err="1"/>
              <a:t>FreeCodeCamp</a:t>
            </a:r>
            <a:endParaRPr lang="en-US" dirty="0"/>
          </a:p>
          <a:p>
            <a:r>
              <a:rPr lang="en-US" dirty="0"/>
              <a:t>Practiced forms, tables, links, images, and semantic HTML</a:t>
            </a:r>
            <a:endParaRPr lang="en-IN" dirty="0"/>
          </a:p>
        </p:txBody>
      </p:sp>
      <p:sp>
        <p:nvSpPr>
          <p:cNvPr id="8" name="TextBox 7">
            <a:extLst>
              <a:ext uri="{FF2B5EF4-FFF2-40B4-BE49-F238E27FC236}">
                <a16:creationId xmlns:a16="http://schemas.microsoft.com/office/drawing/2014/main" id="{B3829550-0F6F-D4CE-A19E-6AD9C2D3231C}"/>
              </a:ext>
            </a:extLst>
          </p:cNvPr>
          <p:cNvSpPr txBox="1"/>
          <p:nvPr/>
        </p:nvSpPr>
        <p:spPr>
          <a:xfrm>
            <a:off x="371059" y="2389279"/>
            <a:ext cx="6136065"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IN" dirty="0">
                <a:solidFill>
                  <a:srgbClr val="FF0000"/>
                </a:solidFill>
              </a:rPr>
              <a:t>Week 2:</a:t>
            </a:r>
          </a:p>
          <a:p>
            <a:r>
              <a:rPr lang="en-US" dirty="0"/>
              <a:t>Learned CSS basics and responsive design concepts</a:t>
            </a:r>
          </a:p>
          <a:p>
            <a:r>
              <a:rPr lang="en-US" dirty="0"/>
              <a:t>Set up development environment and project structure</a:t>
            </a:r>
            <a:endParaRPr lang="en-IN" dirty="0"/>
          </a:p>
        </p:txBody>
      </p:sp>
      <p:sp>
        <p:nvSpPr>
          <p:cNvPr id="10" name="TextBox 9">
            <a:extLst>
              <a:ext uri="{FF2B5EF4-FFF2-40B4-BE49-F238E27FC236}">
                <a16:creationId xmlns:a16="http://schemas.microsoft.com/office/drawing/2014/main" id="{EED3AA1F-00DA-E59E-75B5-EDB1B6DD3179}"/>
              </a:ext>
            </a:extLst>
          </p:cNvPr>
          <p:cNvSpPr txBox="1"/>
          <p:nvPr/>
        </p:nvSpPr>
        <p:spPr>
          <a:xfrm>
            <a:off x="371059" y="3532440"/>
            <a:ext cx="7582093"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IN" dirty="0">
                <a:solidFill>
                  <a:srgbClr val="FF0000"/>
                </a:solidFill>
              </a:rPr>
              <a:t>Week 3:</a:t>
            </a:r>
          </a:p>
          <a:p>
            <a:r>
              <a:rPr lang="en-US" dirty="0"/>
              <a:t>Started and completed the Responsive Portfolio Website</a:t>
            </a:r>
          </a:p>
          <a:p>
            <a:r>
              <a:rPr lang="en-US" dirty="0"/>
              <a:t>Developed Home, About, Skills, Projects, Education, and Contact sections</a:t>
            </a:r>
            <a:endParaRPr lang="en-IN" dirty="0"/>
          </a:p>
        </p:txBody>
      </p:sp>
      <p:sp>
        <p:nvSpPr>
          <p:cNvPr id="12" name="TextBox 11">
            <a:extLst>
              <a:ext uri="{FF2B5EF4-FFF2-40B4-BE49-F238E27FC236}">
                <a16:creationId xmlns:a16="http://schemas.microsoft.com/office/drawing/2014/main" id="{E29BDF30-961D-9B14-0A33-2C1054CC874D}"/>
              </a:ext>
            </a:extLst>
          </p:cNvPr>
          <p:cNvSpPr txBox="1"/>
          <p:nvPr/>
        </p:nvSpPr>
        <p:spPr>
          <a:xfrm>
            <a:off x="371059" y="4773727"/>
            <a:ext cx="9070653"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IN" dirty="0">
                <a:solidFill>
                  <a:srgbClr val="FF0000"/>
                </a:solidFill>
              </a:rPr>
              <a:t>Week 4:</a:t>
            </a:r>
          </a:p>
          <a:p>
            <a:r>
              <a:rPr lang="en-US" dirty="0"/>
              <a:t>Enhanced portfolio website</a:t>
            </a:r>
          </a:p>
          <a:p>
            <a:r>
              <a:rPr lang="en-US" dirty="0"/>
              <a:t>Added smooth scrolling, animations, navigation highlighting, and responsive features</a:t>
            </a:r>
          </a:p>
          <a:p>
            <a:r>
              <a:rPr lang="en-US" dirty="0"/>
              <a:t>Hosted project on GitHub</a:t>
            </a:r>
            <a:endParaRPr lang="en-IN" dirty="0"/>
          </a:p>
        </p:txBody>
      </p:sp>
    </p:spTree>
    <p:extLst>
      <p:ext uri="{BB962C8B-B14F-4D97-AF65-F5344CB8AC3E}">
        <p14:creationId xmlns:p14="http://schemas.microsoft.com/office/powerpoint/2010/main" val="143889068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301C01-EDC1-5A4D-6CA6-1DF24F3E3CDA}"/>
              </a:ext>
            </a:extLst>
          </p:cNvPr>
          <p:cNvSpPr txBox="1"/>
          <p:nvPr/>
        </p:nvSpPr>
        <p:spPr>
          <a:xfrm>
            <a:off x="-102636" y="258538"/>
            <a:ext cx="5225142" cy="4001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en-US" sz="1800" b="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WORKPLAN / </a:t>
            </a:r>
            <a:r>
              <a:rPr lang="en-US" sz="2000" b="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TIMELINE</a:t>
            </a:r>
          </a:p>
        </p:txBody>
      </p:sp>
      <p:sp>
        <p:nvSpPr>
          <p:cNvPr id="5" name="TextBox 4">
            <a:extLst>
              <a:ext uri="{FF2B5EF4-FFF2-40B4-BE49-F238E27FC236}">
                <a16:creationId xmlns:a16="http://schemas.microsoft.com/office/drawing/2014/main" id="{659074CE-EE0F-D4DA-4A20-D74D5F28DE57}"/>
              </a:ext>
            </a:extLst>
          </p:cNvPr>
          <p:cNvSpPr txBox="1"/>
          <p:nvPr/>
        </p:nvSpPr>
        <p:spPr>
          <a:xfrm>
            <a:off x="553227" y="1259880"/>
            <a:ext cx="8157288"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IN" dirty="0">
                <a:solidFill>
                  <a:srgbClr val="FF0000"/>
                </a:solidFill>
              </a:rPr>
              <a:t>Week 5:</a:t>
            </a:r>
          </a:p>
          <a:p>
            <a:r>
              <a:rPr lang="en-US" dirty="0"/>
              <a:t>Started JavaScript Mini Project</a:t>
            </a:r>
          </a:p>
          <a:p>
            <a:r>
              <a:rPr lang="en-US" dirty="0"/>
              <a:t>Implemented DOM manipulation and user interaction features</a:t>
            </a:r>
            <a:endParaRPr lang="en-IN" dirty="0"/>
          </a:p>
        </p:txBody>
      </p:sp>
      <p:sp>
        <p:nvSpPr>
          <p:cNvPr id="7" name="TextBox 6">
            <a:extLst>
              <a:ext uri="{FF2B5EF4-FFF2-40B4-BE49-F238E27FC236}">
                <a16:creationId xmlns:a16="http://schemas.microsoft.com/office/drawing/2014/main" id="{73DD6B48-A5BA-89A9-4964-C97BA1D5517D}"/>
              </a:ext>
            </a:extLst>
          </p:cNvPr>
          <p:cNvSpPr txBox="1"/>
          <p:nvPr/>
        </p:nvSpPr>
        <p:spPr>
          <a:xfrm>
            <a:off x="553227" y="2366284"/>
            <a:ext cx="9486900"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IN" dirty="0">
                <a:solidFill>
                  <a:srgbClr val="FF0000"/>
                </a:solidFill>
              </a:rPr>
              <a:t>Week 6:</a:t>
            </a:r>
          </a:p>
          <a:p>
            <a:r>
              <a:rPr lang="en-IN" dirty="0"/>
              <a:t>Completed JavaScript Mini Project</a:t>
            </a:r>
          </a:p>
          <a:p>
            <a:r>
              <a:rPr lang="en-IN" dirty="0"/>
              <a:t>Tested functionality, fixed bugs, and prepared documentation</a:t>
            </a:r>
          </a:p>
        </p:txBody>
      </p:sp>
      <p:sp>
        <p:nvSpPr>
          <p:cNvPr id="9" name="TextBox 8">
            <a:extLst>
              <a:ext uri="{FF2B5EF4-FFF2-40B4-BE49-F238E27FC236}">
                <a16:creationId xmlns:a16="http://schemas.microsoft.com/office/drawing/2014/main" id="{8D480A34-C2CF-C4D9-E6DE-5E2E6A01DAEF}"/>
              </a:ext>
            </a:extLst>
          </p:cNvPr>
          <p:cNvSpPr txBox="1"/>
          <p:nvPr/>
        </p:nvSpPr>
        <p:spPr>
          <a:xfrm>
            <a:off x="553227" y="3429000"/>
            <a:ext cx="8743173"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IN" dirty="0">
                <a:solidFill>
                  <a:srgbClr val="FF0000"/>
                </a:solidFill>
              </a:rPr>
              <a:t>Week 7:</a:t>
            </a:r>
          </a:p>
          <a:p>
            <a:r>
              <a:rPr lang="en-IN" dirty="0"/>
              <a:t>Developed API Integration Project</a:t>
            </a:r>
          </a:p>
          <a:p>
            <a:r>
              <a:rPr lang="en-IN" dirty="0"/>
              <a:t>Implemented Fetch API, loading states, error handling, and dynamic data display</a:t>
            </a:r>
          </a:p>
        </p:txBody>
      </p:sp>
      <p:sp>
        <p:nvSpPr>
          <p:cNvPr id="11" name="TextBox 10">
            <a:extLst>
              <a:ext uri="{FF2B5EF4-FFF2-40B4-BE49-F238E27FC236}">
                <a16:creationId xmlns:a16="http://schemas.microsoft.com/office/drawing/2014/main" id="{F309E72B-3F3B-B71E-A435-CA050BC2527A}"/>
              </a:ext>
            </a:extLst>
          </p:cNvPr>
          <p:cNvSpPr txBox="1"/>
          <p:nvPr/>
        </p:nvSpPr>
        <p:spPr>
          <a:xfrm>
            <a:off x="553227" y="4603111"/>
            <a:ext cx="7739742"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IN" dirty="0">
                <a:solidFill>
                  <a:srgbClr val="FF0000"/>
                </a:solidFill>
              </a:rPr>
              <a:t>Week 8:</a:t>
            </a:r>
          </a:p>
          <a:p>
            <a:r>
              <a:rPr lang="en-IN" dirty="0"/>
              <a:t>Completed UI Clone Challenge</a:t>
            </a:r>
          </a:p>
          <a:p>
            <a:r>
              <a:rPr lang="en-IN" dirty="0"/>
              <a:t>Recreated a real-world website interface using HTML, CSS, and JavaScript</a:t>
            </a:r>
          </a:p>
          <a:p>
            <a:r>
              <a:rPr lang="en-IN" dirty="0"/>
              <a:t>Final testing, documentation, GitHub upload, and internship submission</a:t>
            </a:r>
          </a:p>
        </p:txBody>
      </p:sp>
    </p:spTree>
    <p:extLst>
      <p:ext uri="{BB962C8B-B14F-4D97-AF65-F5344CB8AC3E}">
        <p14:creationId xmlns:p14="http://schemas.microsoft.com/office/powerpoint/2010/main" val="304379130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Slide Number"/>
          <p:cNvSpPr txBox="1">
            <a:spLocks noGrp="1"/>
          </p:cNvSpPr>
          <p:nvPr>
            <p:ph type="sldNum" sz="quarter" idx="2"/>
          </p:nvPr>
        </p:nvSpPr>
        <p:spPr>
          <a:xfrm>
            <a:off x="8658344" y="6433712"/>
            <a:ext cx="131354" cy="12700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10</a:t>
            </a:fld>
            <a:endParaRPr/>
          </a:p>
        </p:txBody>
      </p:sp>
      <p:sp>
        <p:nvSpPr>
          <p:cNvPr id="181" name="Thank you"/>
          <p:cNvSpPr txBox="1"/>
          <p:nvPr/>
        </p:nvSpPr>
        <p:spPr>
          <a:xfrm>
            <a:off x="1881810" y="3353196"/>
            <a:ext cx="5435756" cy="10156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defTabSz="1043305">
              <a:defRPr sz="3200" b="1">
                <a:solidFill>
                  <a:srgbClr val="C00000"/>
                </a:solidFill>
                <a:latin typeface="Arial"/>
                <a:ea typeface="Arial"/>
                <a:cs typeface="Arial"/>
                <a:sym typeface="Arial"/>
              </a:defRPr>
            </a:lvl1pPr>
          </a:lstStyle>
          <a:p>
            <a:pPr algn="ctr"/>
            <a:r>
              <a:rPr sz="6000" dirty="0">
                <a:latin typeface="Times New Roman" panose="02020603050405020304" pitchFamily="18" charset="0"/>
                <a:cs typeface="Times New Roman" panose="02020603050405020304" pitchFamily="18" charset="0"/>
              </a:rPr>
              <a:t>Thank you</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340</TotalTime>
  <Words>770</Words>
  <Application>Microsoft Office PowerPoint</Application>
  <PresentationFormat>On-screen Show (4:3)</PresentationFormat>
  <Paragraphs>91</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Sruthi Bukke</cp:lastModifiedBy>
  <cp:revision>42</cp:revision>
  <dcterms:modified xsi:type="dcterms:W3CDTF">2026-06-05T07:52:32Z</dcterms:modified>
</cp:coreProperties>
</file>