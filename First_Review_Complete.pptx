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1" r:id="rId6"/>
    <p:sldId id="260" r:id="rId7"/>
    <p:sldId id="259" r:id="rId8"/>
    <p:sldId id="262" r:id="rId9"/>
    <p:sldId id="263" r:id="rId10"/>
    <p:sldId id="264" r:id="rId11"/>
    <p:sldId id="269" r:id="rId12"/>
    <p:sldId id="265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D30E4-5995-47AF-91B4-D23E89DB82DA}" v="47" dt="2026-06-18T12:31:03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Dark Style 1 –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104" y="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thi Bukke" userId="3c7b8deb468272bb" providerId="LiveId" clId="{BFAF1581-2145-4BC0-B692-0741B95F7BDF}"/>
    <pc:docChg chg="undo redo custSel addSld delSld modSld sldOrd">
      <pc:chgData name="Sruthi Bukke" userId="3c7b8deb468272bb" providerId="LiveId" clId="{BFAF1581-2145-4BC0-B692-0741B95F7BDF}" dt="2026-06-20T04:25:59.426" v="1234" actId="20577"/>
      <pc:docMkLst>
        <pc:docMk/>
      </pc:docMkLst>
      <pc:sldChg chg="addSp delSp modSp mod">
        <pc:chgData name="Sruthi Bukke" userId="3c7b8deb468272bb" providerId="LiveId" clId="{BFAF1581-2145-4BC0-B692-0741B95F7BDF}" dt="2026-06-20T04:25:59.426" v="1234" actId="20577"/>
        <pc:sldMkLst>
          <pc:docMk/>
          <pc:sldMk cId="0" sldId="256"/>
        </pc:sldMkLst>
        <pc:spChg chg="mod">
          <ac:chgData name="Sruthi Bukke" userId="3c7b8deb468272bb" providerId="LiveId" clId="{BFAF1581-2145-4BC0-B692-0741B95F7BDF}" dt="2026-06-16T09:54:40.025" v="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uthi Bukke" userId="3c7b8deb468272bb" providerId="LiveId" clId="{BFAF1581-2145-4BC0-B692-0741B95F7BDF}" dt="2026-06-18T12:04:45.395" v="90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ruthi Bukke" userId="3c7b8deb468272bb" providerId="LiveId" clId="{BFAF1581-2145-4BC0-B692-0741B95F7BDF}" dt="2026-06-16T10:04:32.236" v="19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ruthi Bukke" userId="3c7b8deb468272bb" providerId="LiveId" clId="{BFAF1581-2145-4BC0-B692-0741B95F7BDF}" dt="2026-06-16T10:04:40.475" v="196" actId="1076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ruthi Bukke" userId="3c7b8deb468272bb" providerId="LiveId" clId="{BFAF1581-2145-4BC0-B692-0741B95F7BDF}" dt="2026-06-16T10:05:26.509" v="200" actId="207"/>
          <ac:spMkLst>
            <pc:docMk/>
            <pc:sldMk cId="0" sldId="256"/>
            <ac:spMk id="14" creationId="{5F717B6C-8244-EECB-F30D-D98473B9F8D0}"/>
          </ac:spMkLst>
        </pc:spChg>
        <pc:spChg chg="add mod">
          <ac:chgData name="Sruthi Bukke" userId="3c7b8deb468272bb" providerId="LiveId" clId="{BFAF1581-2145-4BC0-B692-0741B95F7BDF}" dt="2026-06-20T04:25:59.426" v="1234" actId="20577"/>
          <ac:spMkLst>
            <pc:docMk/>
            <pc:sldMk cId="0" sldId="256"/>
            <ac:spMk id="16" creationId="{0E10235E-34F3-DC45-368F-83390E5BA903}"/>
          </ac:spMkLst>
        </pc:spChg>
        <pc:picChg chg="add mod">
          <ac:chgData name="Sruthi Bukke" userId="3c7b8deb468272bb" providerId="LiveId" clId="{BFAF1581-2145-4BC0-B692-0741B95F7BDF}" dt="2026-06-20T03:58:02.597" v="1147" actId="1036"/>
          <ac:picMkLst>
            <pc:docMk/>
            <pc:sldMk cId="0" sldId="256"/>
            <ac:picMk id="7" creationId="{B4B04AA1-B598-5F97-B39D-BCD40A873585}"/>
          </ac:picMkLst>
        </pc:picChg>
      </pc:sldChg>
      <pc:sldChg chg="addSp modSp mod">
        <pc:chgData name="Sruthi Bukke" userId="3c7b8deb468272bb" providerId="LiveId" clId="{BFAF1581-2145-4BC0-B692-0741B95F7BDF}" dt="2026-06-20T03:58:16.652" v="1151" actId="14100"/>
        <pc:sldMkLst>
          <pc:docMk/>
          <pc:sldMk cId="0" sldId="257"/>
        </pc:sldMkLst>
        <pc:picChg chg="add mod">
          <ac:chgData name="Sruthi Bukke" userId="3c7b8deb468272bb" providerId="LiveId" clId="{BFAF1581-2145-4BC0-B692-0741B95F7BDF}" dt="2026-06-20T03:58:16.652" v="1151" actId="14100"/>
          <ac:picMkLst>
            <pc:docMk/>
            <pc:sldMk cId="0" sldId="257"/>
            <ac:picMk id="6" creationId="{3BAD667D-D98E-289D-2505-5858C86E7461}"/>
          </ac:picMkLst>
        </pc:picChg>
      </pc:sldChg>
      <pc:sldChg chg="addSp delSp modSp add del mod">
        <pc:chgData name="Sruthi Bukke" userId="3c7b8deb468272bb" providerId="LiveId" clId="{BFAF1581-2145-4BC0-B692-0741B95F7BDF}" dt="2026-06-20T03:58:27.192" v="1153" actId="14100"/>
        <pc:sldMkLst>
          <pc:docMk/>
          <pc:sldMk cId="0" sldId="258"/>
        </pc:sldMkLst>
        <pc:spChg chg="add mod">
          <ac:chgData name="Sruthi Bukke" userId="3c7b8deb468272bb" providerId="LiveId" clId="{BFAF1581-2145-4BC0-B692-0741B95F7BDF}" dt="2026-06-16T10:18:33.208" v="299" actId="20577"/>
          <ac:spMkLst>
            <pc:docMk/>
            <pc:sldMk cId="0" sldId="258"/>
            <ac:spMk id="11" creationId="{5592A214-D614-1472-A948-5FD68F9E836D}"/>
          </ac:spMkLst>
        </pc:spChg>
        <pc:picChg chg="add mod">
          <ac:chgData name="Sruthi Bukke" userId="3c7b8deb468272bb" providerId="LiveId" clId="{BFAF1581-2145-4BC0-B692-0741B95F7BDF}" dt="2026-06-20T03:58:27.192" v="1153" actId="14100"/>
          <ac:picMkLst>
            <pc:docMk/>
            <pc:sldMk cId="0" sldId="258"/>
            <ac:picMk id="5" creationId="{0D5E124C-5465-532B-FB21-D08EF8461C65}"/>
          </ac:picMkLst>
        </pc:picChg>
      </pc:sldChg>
      <pc:sldChg chg="addSp delSp modSp mod ord">
        <pc:chgData name="Sruthi Bukke" userId="3c7b8deb468272bb" providerId="LiveId" clId="{BFAF1581-2145-4BC0-B692-0741B95F7BDF}" dt="2026-06-20T03:59:06.794" v="1165" actId="14100"/>
        <pc:sldMkLst>
          <pc:docMk/>
          <pc:sldMk cId="0" sldId="259"/>
        </pc:sldMkLst>
        <pc:spChg chg="add mod">
          <ac:chgData name="Sruthi Bukke" userId="3c7b8deb468272bb" providerId="LiveId" clId="{BFAF1581-2145-4BC0-B692-0741B95F7BDF}" dt="2026-06-16T10:53:26.528" v="518" actId="1076"/>
          <ac:spMkLst>
            <pc:docMk/>
            <pc:sldMk cId="0" sldId="259"/>
            <ac:spMk id="12" creationId="{B1354807-CA97-34A3-0A1A-5CFFBA5C4B56}"/>
          </ac:spMkLst>
        </pc:spChg>
        <pc:picChg chg="add mod">
          <ac:chgData name="Sruthi Bukke" userId="3c7b8deb468272bb" providerId="LiveId" clId="{BFAF1581-2145-4BC0-B692-0741B95F7BDF}" dt="2026-06-20T03:59:06.794" v="1165" actId="14100"/>
          <ac:picMkLst>
            <pc:docMk/>
            <pc:sldMk cId="0" sldId="259"/>
            <ac:picMk id="5" creationId="{CB371C7A-9927-CC06-99C6-6531C5E92066}"/>
          </ac:picMkLst>
        </pc:picChg>
      </pc:sldChg>
      <pc:sldChg chg="addSp delSp modSp mod">
        <pc:chgData name="Sruthi Bukke" userId="3c7b8deb468272bb" providerId="LiveId" clId="{BFAF1581-2145-4BC0-B692-0741B95F7BDF}" dt="2026-06-20T03:59:00.372" v="1163" actId="14100"/>
        <pc:sldMkLst>
          <pc:docMk/>
          <pc:sldMk cId="0" sldId="260"/>
        </pc:sldMkLst>
        <pc:spChg chg="add mod">
          <ac:chgData name="Sruthi Bukke" userId="3c7b8deb468272bb" providerId="LiveId" clId="{BFAF1581-2145-4BC0-B692-0741B95F7BDF}" dt="2026-06-16T10:46:02.247" v="459"/>
          <ac:spMkLst>
            <pc:docMk/>
            <pc:sldMk cId="0" sldId="260"/>
            <ac:spMk id="26" creationId="{2D507B41-9235-9829-D53E-990F64FE75DC}"/>
          </ac:spMkLst>
        </pc:spChg>
        <pc:graphicFrameChg chg="add mod modGraphic">
          <ac:chgData name="Sruthi Bukke" userId="3c7b8deb468272bb" providerId="LiveId" clId="{BFAF1581-2145-4BC0-B692-0741B95F7BDF}" dt="2026-06-18T12:32:04.384" v="1134" actId="207"/>
          <ac:graphicFrameMkLst>
            <pc:docMk/>
            <pc:sldMk cId="0" sldId="260"/>
            <ac:graphicFrameMk id="2" creationId="{4749329C-E4FD-C952-03A1-A47EF89BD003}"/>
          </ac:graphicFrameMkLst>
        </pc:graphicFrameChg>
        <pc:picChg chg="add mod">
          <ac:chgData name="Sruthi Bukke" userId="3c7b8deb468272bb" providerId="LiveId" clId="{BFAF1581-2145-4BC0-B692-0741B95F7BDF}" dt="2026-06-20T03:59:00.372" v="1163" actId="14100"/>
          <ac:picMkLst>
            <pc:docMk/>
            <pc:sldMk cId="0" sldId="260"/>
            <ac:picMk id="4" creationId="{DCF5D25C-C7F8-2999-6664-A3F2946B9E74}"/>
          </ac:picMkLst>
        </pc:picChg>
      </pc:sldChg>
      <pc:sldChg chg="addSp delSp modSp mod ord">
        <pc:chgData name="Sruthi Bukke" userId="3c7b8deb468272bb" providerId="LiveId" clId="{BFAF1581-2145-4BC0-B692-0741B95F7BDF}" dt="2026-06-20T03:58:52.383" v="1161" actId="1036"/>
        <pc:sldMkLst>
          <pc:docMk/>
          <pc:sldMk cId="0" sldId="261"/>
        </pc:sldMkLst>
        <pc:spChg chg="add mod">
          <ac:chgData name="Sruthi Bukke" userId="3c7b8deb468272bb" providerId="LiveId" clId="{BFAF1581-2145-4BC0-B692-0741B95F7BDF}" dt="2026-06-20T03:58:52.383" v="1161" actId="1036"/>
          <ac:spMkLst>
            <pc:docMk/>
            <pc:sldMk cId="0" sldId="261"/>
            <ac:spMk id="25" creationId="{13C4A2C4-CB37-700B-6AEA-A76789397299}"/>
          </ac:spMkLst>
        </pc:spChg>
        <pc:graphicFrameChg chg="add mod modGraphic">
          <ac:chgData name="Sruthi Bukke" userId="3c7b8deb468272bb" providerId="LiveId" clId="{BFAF1581-2145-4BC0-B692-0741B95F7BDF}" dt="2026-06-16T10:41:59.888" v="414" actId="6549"/>
          <ac:graphicFrameMkLst>
            <pc:docMk/>
            <pc:sldMk cId="0" sldId="261"/>
            <ac:graphicFrameMk id="26" creationId="{41CE9838-A536-9B79-FE47-C42BF9D284AC}"/>
          </ac:graphicFrameMkLst>
        </pc:graphicFrameChg>
        <pc:picChg chg="add mod">
          <ac:chgData name="Sruthi Bukke" userId="3c7b8deb468272bb" providerId="LiveId" clId="{BFAF1581-2145-4BC0-B692-0741B95F7BDF}" dt="2026-06-20T03:58:49.912" v="1159" actId="14100"/>
          <ac:picMkLst>
            <pc:docMk/>
            <pc:sldMk cId="0" sldId="261"/>
            <ac:picMk id="3" creationId="{286D72FC-C0D9-15C3-564A-FDA87073612B}"/>
          </ac:picMkLst>
        </pc:picChg>
        <pc:picChg chg="add mod modCrop">
          <ac:chgData name="Sruthi Bukke" userId="3c7b8deb468272bb" providerId="LiveId" clId="{BFAF1581-2145-4BC0-B692-0741B95F7BDF}" dt="2026-06-16T10:43:06.914" v="427" actId="732"/>
          <ac:picMkLst>
            <pc:docMk/>
            <pc:sldMk cId="0" sldId="261"/>
            <ac:picMk id="32" creationId="{990411E7-3941-97EA-BF34-ECD2CB1EC814}"/>
          </ac:picMkLst>
        </pc:picChg>
      </pc:sldChg>
      <pc:sldChg chg="addSp delSp modSp mod">
        <pc:chgData name="Sruthi Bukke" userId="3c7b8deb468272bb" providerId="LiveId" clId="{BFAF1581-2145-4BC0-B692-0741B95F7BDF}" dt="2026-06-20T03:59:13.331" v="1167" actId="14100"/>
        <pc:sldMkLst>
          <pc:docMk/>
          <pc:sldMk cId="0" sldId="262"/>
        </pc:sldMkLst>
        <pc:spChg chg="add mod">
          <ac:chgData name="Sruthi Bukke" userId="3c7b8deb468272bb" providerId="LiveId" clId="{BFAF1581-2145-4BC0-B692-0741B95F7BDF}" dt="2026-06-18T12:31:19.917" v="1133" actId="1035"/>
          <ac:spMkLst>
            <pc:docMk/>
            <pc:sldMk cId="0" sldId="262"/>
            <ac:spMk id="3" creationId="{B7E20F53-6C2C-2D11-9A0B-5A8B5C44B1D4}"/>
          </ac:spMkLst>
        </pc:spChg>
        <pc:spChg chg="add mod">
          <ac:chgData name="Sruthi Bukke" userId="3c7b8deb468272bb" providerId="LiveId" clId="{BFAF1581-2145-4BC0-B692-0741B95F7BDF}" dt="2026-06-18T12:30:20.923" v="1126" actId="1076"/>
          <ac:spMkLst>
            <pc:docMk/>
            <pc:sldMk cId="0" sldId="262"/>
            <ac:spMk id="7" creationId="{55DED7EF-398B-904A-DF13-826FD389B26D}"/>
          </ac:spMkLst>
        </pc:spChg>
        <pc:spChg chg="add mod">
          <ac:chgData name="Sruthi Bukke" userId="3c7b8deb468272bb" providerId="LiveId" clId="{BFAF1581-2145-4BC0-B692-0741B95F7BDF}" dt="2026-06-16T10:56:00.765" v="523" actId="255"/>
          <ac:spMkLst>
            <pc:docMk/>
            <pc:sldMk cId="0" sldId="262"/>
            <ac:spMk id="25" creationId="{151759ED-C432-D12B-73FD-F66F0835B9CD}"/>
          </ac:spMkLst>
        </pc:spChg>
        <pc:picChg chg="add mod">
          <ac:chgData name="Sruthi Bukke" userId="3c7b8deb468272bb" providerId="LiveId" clId="{BFAF1581-2145-4BC0-B692-0741B95F7BDF}" dt="2026-06-20T03:59:13.331" v="1167" actId="14100"/>
          <ac:picMkLst>
            <pc:docMk/>
            <pc:sldMk cId="0" sldId="262"/>
            <ac:picMk id="4" creationId="{1E9BFB67-3FB6-5E9A-53A7-1C1F3C303BD7}"/>
          </ac:picMkLst>
        </pc:picChg>
      </pc:sldChg>
      <pc:sldChg chg="addSp delSp modSp mod">
        <pc:chgData name="Sruthi Bukke" userId="3c7b8deb468272bb" providerId="LiveId" clId="{BFAF1581-2145-4BC0-B692-0741B95F7BDF}" dt="2026-06-20T03:59:19.477" v="1169" actId="14100"/>
        <pc:sldMkLst>
          <pc:docMk/>
          <pc:sldMk cId="0" sldId="263"/>
        </pc:sldMkLst>
        <pc:spChg chg="add mod ord">
          <ac:chgData name="Sruthi Bukke" userId="3c7b8deb468272bb" providerId="LiveId" clId="{BFAF1581-2145-4BC0-B692-0741B95F7BDF}" dt="2026-06-18T12:32:36.921" v="1136" actId="208"/>
          <ac:spMkLst>
            <pc:docMk/>
            <pc:sldMk cId="0" sldId="263"/>
            <ac:spMk id="10" creationId="{4F00E031-84DF-01E8-0F73-D300ACAAD85F}"/>
          </ac:spMkLst>
        </pc:spChg>
        <pc:spChg chg="add mod">
          <ac:chgData name="Sruthi Bukke" userId="3c7b8deb468272bb" providerId="LiveId" clId="{BFAF1581-2145-4BC0-B692-0741B95F7BDF}" dt="2026-06-16T11:05:26.925" v="559"/>
          <ac:spMkLst>
            <pc:docMk/>
            <pc:sldMk cId="0" sldId="263"/>
            <ac:spMk id="24" creationId="{5F6A8FBD-0103-A3C2-48E6-951F14DC10D4}"/>
          </ac:spMkLst>
        </pc:spChg>
        <pc:picChg chg="add mod">
          <ac:chgData name="Sruthi Bukke" userId="3c7b8deb468272bb" providerId="LiveId" clId="{BFAF1581-2145-4BC0-B692-0741B95F7BDF}" dt="2026-06-20T03:59:19.477" v="1169" actId="14100"/>
          <ac:picMkLst>
            <pc:docMk/>
            <pc:sldMk cId="0" sldId="263"/>
            <ac:picMk id="3" creationId="{4E68DB02-A83D-9133-9B98-60F22BE312A5}"/>
          </ac:picMkLst>
        </pc:picChg>
      </pc:sldChg>
      <pc:sldChg chg="addSp delSp modSp mod">
        <pc:chgData name="Sruthi Bukke" userId="3c7b8deb468272bb" providerId="LiveId" clId="{BFAF1581-2145-4BC0-B692-0741B95F7BDF}" dt="2026-06-20T03:59:26.401" v="1171" actId="14100"/>
        <pc:sldMkLst>
          <pc:docMk/>
          <pc:sldMk cId="0" sldId="264"/>
        </pc:sldMkLst>
        <pc:spChg chg="mod">
          <ac:chgData name="Sruthi Bukke" userId="3c7b8deb468272bb" providerId="LiveId" clId="{BFAF1581-2145-4BC0-B692-0741B95F7BDF}" dt="2026-06-18T11:21:51.356" v="646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21:21.404" v="643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4:29.284" v="83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4:40.360" v="838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4:47.610" v="839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10.194" v="843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00.704" v="841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15.324" v="844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23.919" v="845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31.790" v="84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5:39.401" v="847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ruthi Bukke" userId="3c7b8deb468272bb" providerId="LiveId" clId="{BFAF1581-2145-4BC0-B692-0741B95F7BDF}" dt="2026-06-18T11:59:43.529" v="879" actId="20577"/>
          <ac:spMkLst>
            <pc:docMk/>
            <pc:sldMk cId="0" sldId="264"/>
            <ac:spMk id="16" creationId="{00000000-0000-0000-0000-000000000000}"/>
          </ac:spMkLst>
        </pc:spChg>
        <pc:spChg chg="add mod">
          <ac:chgData name="Sruthi Bukke" userId="3c7b8deb468272bb" providerId="LiveId" clId="{BFAF1581-2145-4BC0-B692-0741B95F7BDF}" dt="2026-06-18T12:26:20.970" v="1116" actId="20577"/>
          <ac:spMkLst>
            <pc:docMk/>
            <pc:sldMk cId="0" sldId="264"/>
            <ac:spMk id="23" creationId="{AF876D1A-E866-BAE8-1463-9BD669DAAC4D}"/>
          </ac:spMkLst>
        </pc:spChg>
        <pc:spChg chg="add mod">
          <ac:chgData name="Sruthi Bukke" userId="3c7b8deb468272bb" providerId="LiveId" clId="{BFAF1581-2145-4BC0-B692-0741B95F7BDF}" dt="2026-06-18T11:59:12.030" v="875" actId="255"/>
          <ac:spMkLst>
            <pc:docMk/>
            <pc:sldMk cId="0" sldId="264"/>
            <ac:spMk id="29" creationId="{532E4D97-0540-60BC-426E-D0A62840D672}"/>
          </ac:spMkLst>
        </pc:spChg>
        <pc:spChg chg="add mod">
          <ac:chgData name="Sruthi Bukke" userId="3c7b8deb468272bb" providerId="LiveId" clId="{BFAF1581-2145-4BC0-B692-0741B95F7BDF}" dt="2026-06-18T12:00:37.251" v="884" actId="1036"/>
          <ac:spMkLst>
            <pc:docMk/>
            <pc:sldMk cId="0" sldId="264"/>
            <ac:spMk id="31" creationId="{4468CB82-FA8C-E93B-67B9-96E923A55A39}"/>
          </ac:spMkLst>
        </pc:spChg>
        <pc:picChg chg="add mod">
          <ac:chgData name="Sruthi Bukke" userId="3c7b8deb468272bb" providerId="LiveId" clId="{BFAF1581-2145-4BC0-B692-0741B95F7BDF}" dt="2026-06-20T03:59:26.401" v="1171" actId="14100"/>
          <ac:picMkLst>
            <pc:docMk/>
            <pc:sldMk cId="0" sldId="264"/>
            <ac:picMk id="14" creationId="{E9C4CFAE-0AEF-58D9-8FDC-978A19A9C3E6}"/>
          </ac:picMkLst>
        </pc:picChg>
      </pc:sldChg>
      <pc:sldChg chg="addSp delSp modSp mod">
        <pc:chgData name="Sruthi Bukke" userId="3c7b8deb468272bb" providerId="LiveId" clId="{BFAF1581-2145-4BC0-B692-0741B95F7BDF}" dt="2026-06-20T03:59:48.724" v="1182" actId="1036"/>
        <pc:sldMkLst>
          <pc:docMk/>
          <pc:sldMk cId="0" sldId="265"/>
        </pc:sldMkLst>
        <pc:spChg chg="add mod">
          <ac:chgData name="Sruthi Bukke" userId="3c7b8deb468272bb" providerId="LiveId" clId="{BFAF1581-2145-4BC0-B692-0741B95F7BDF}" dt="2026-06-18T11:30:47.864" v="700" actId="255"/>
          <ac:spMkLst>
            <pc:docMk/>
            <pc:sldMk cId="0" sldId="265"/>
            <ac:spMk id="19" creationId="{E45BFB59-BBC3-9A21-0558-EEA7196F1FB9}"/>
          </ac:spMkLst>
        </pc:spChg>
        <pc:picChg chg="add mod">
          <ac:chgData name="Sruthi Bukke" userId="3c7b8deb468272bb" providerId="LiveId" clId="{BFAF1581-2145-4BC0-B692-0741B95F7BDF}" dt="2026-06-20T03:59:46.520" v="1180" actId="14100"/>
          <ac:picMkLst>
            <pc:docMk/>
            <pc:sldMk cId="0" sldId="265"/>
            <ac:picMk id="3" creationId="{5138961F-23E5-8E4F-0763-40D3E5BD785D}"/>
          </ac:picMkLst>
        </pc:picChg>
        <pc:picChg chg="add mod modCrop">
          <ac:chgData name="Sruthi Bukke" userId="3c7b8deb468272bb" providerId="LiveId" clId="{BFAF1581-2145-4BC0-B692-0741B95F7BDF}" dt="2026-06-20T03:59:48.724" v="1182" actId="1036"/>
          <ac:picMkLst>
            <pc:docMk/>
            <pc:sldMk cId="0" sldId="265"/>
            <ac:picMk id="27" creationId="{38F37BF1-223C-EFFF-A8C3-83A00D8CC351}"/>
          </ac:picMkLst>
        </pc:picChg>
      </pc:sldChg>
      <pc:sldChg chg="addSp delSp modSp add del mod">
        <pc:chgData name="Sruthi Bukke" userId="3c7b8deb468272bb" providerId="LiveId" clId="{BFAF1581-2145-4BC0-B692-0741B95F7BDF}" dt="2026-06-20T04:00:00.722" v="1185" actId="14100"/>
        <pc:sldMkLst>
          <pc:docMk/>
          <pc:sldMk cId="0" sldId="267"/>
        </pc:sldMkLst>
        <pc:picChg chg="add mod">
          <ac:chgData name="Sruthi Bukke" userId="3c7b8deb468272bb" providerId="LiveId" clId="{BFAF1581-2145-4BC0-B692-0741B95F7BDF}" dt="2026-06-20T04:00:00.722" v="1185" actId="14100"/>
          <ac:picMkLst>
            <pc:docMk/>
            <pc:sldMk cId="0" sldId="267"/>
            <ac:picMk id="5" creationId="{F4E23954-37D4-3243-4690-EC22FAC2DF0D}"/>
          </ac:picMkLst>
        </pc:picChg>
      </pc:sldChg>
      <pc:sldChg chg="addSp delSp modSp add mod">
        <pc:chgData name="Sruthi Bukke" userId="3c7b8deb468272bb" providerId="LiveId" clId="{BFAF1581-2145-4BC0-B692-0741B95F7BDF}" dt="2026-06-20T03:58:38.312" v="1157" actId="1036"/>
        <pc:sldMkLst>
          <pc:docMk/>
          <pc:sldMk cId="3397670035" sldId="268"/>
        </pc:sldMkLst>
        <pc:spChg chg="mod">
          <ac:chgData name="Sruthi Bukke" userId="3c7b8deb468272bb" providerId="LiveId" clId="{BFAF1581-2145-4BC0-B692-0741B95F7BDF}" dt="2026-06-16T10:22:11.831" v="359" actId="20577"/>
          <ac:spMkLst>
            <pc:docMk/>
            <pc:sldMk cId="3397670035" sldId="268"/>
            <ac:spMk id="3" creationId="{960A3331-3493-D130-194B-754AF4AFCF66}"/>
          </ac:spMkLst>
        </pc:spChg>
        <pc:spChg chg="add mod">
          <ac:chgData name="Sruthi Bukke" userId="3c7b8deb468272bb" providerId="LiveId" clId="{BFAF1581-2145-4BC0-B692-0741B95F7BDF}" dt="2026-06-16T10:25:20.451" v="368" actId="1076"/>
          <ac:spMkLst>
            <pc:docMk/>
            <pc:sldMk cId="3397670035" sldId="268"/>
            <ac:spMk id="5" creationId="{7D8B1F48-9120-B1CF-440C-AF2597541F7F}"/>
          </ac:spMkLst>
        </pc:spChg>
        <pc:picChg chg="add mod">
          <ac:chgData name="Sruthi Bukke" userId="3c7b8deb468272bb" providerId="LiveId" clId="{BFAF1581-2145-4BC0-B692-0741B95F7BDF}" dt="2026-06-20T03:58:38.312" v="1157" actId="1036"/>
          <ac:picMkLst>
            <pc:docMk/>
            <pc:sldMk cId="3397670035" sldId="268"/>
            <ac:picMk id="6" creationId="{55F1EE54-0748-B330-DC6F-76FE1ACD0AD1}"/>
          </ac:picMkLst>
        </pc:picChg>
      </pc:sldChg>
      <pc:sldChg chg="addSp delSp modSp new mod">
        <pc:chgData name="Sruthi Bukke" userId="3c7b8deb468272bb" providerId="LiveId" clId="{BFAF1581-2145-4BC0-B692-0741B95F7BDF}" dt="2026-06-20T03:59:38.168" v="1178" actId="1036"/>
        <pc:sldMkLst>
          <pc:docMk/>
          <pc:sldMk cId="2835994432" sldId="269"/>
        </pc:sldMkLst>
        <pc:spChg chg="add mod">
          <ac:chgData name="Sruthi Bukke" userId="3c7b8deb468272bb" providerId="LiveId" clId="{BFAF1581-2145-4BC0-B692-0741B95F7BDF}" dt="2026-06-20T03:59:38.168" v="1178" actId="1036"/>
          <ac:spMkLst>
            <pc:docMk/>
            <pc:sldMk cId="2835994432" sldId="269"/>
            <ac:spMk id="3" creationId="{88ED70FE-353C-F99C-7B72-3BD21B3145A6}"/>
          </ac:spMkLst>
        </pc:spChg>
        <pc:spChg chg="add mod">
          <ac:chgData name="Sruthi Bukke" userId="3c7b8deb468272bb" providerId="LiveId" clId="{BFAF1581-2145-4BC0-B692-0741B95F7BDF}" dt="2026-06-18T12:25:48.892" v="1103" actId="207"/>
          <ac:spMkLst>
            <pc:docMk/>
            <pc:sldMk cId="2835994432" sldId="269"/>
            <ac:spMk id="19" creationId="{3BC022A9-AAB1-06FF-B298-22E5FC545FAB}"/>
          </ac:spMkLst>
        </pc:spChg>
        <pc:spChg chg="add mod">
          <ac:chgData name="Sruthi Bukke" userId="3c7b8deb468272bb" providerId="LiveId" clId="{BFAF1581-2145-4BC0-B692-0741B95F7BDF}" dt="2026-06-18T12:25:22.325" v="1100" actId="13926"/>
          <ac:spMkLst>
            <pc:docMk/>
            <pc:sldMk cId="2835994432" sldId="269"/>
            <ac:spMk id="21" creationId="{254C2927-C4F4-97EA-96F9-14C18DBA08E5}"/>
          </ac:spMkLst>
        </pc:spChg>
        <pc:spChg chg="add mod">
          <ac:chgData name="Sruthi Bukke" userId="3c7b8deb468272bb" providerId="LiveId" clId="{BFAF1581-2145-4BC0-B692-0741B95F7BDF}" dt="2026-06-18T12:25:07.386" v="1098" actId="13926"/>
          <ac:spMkLst>
            <pc:docMk/>
            <pc:sldMk cId="2835994432" sldId="269"/>
            <ac:spMk id="23" creationId="{2C41124B-CFBB-C764-458D-E3E851D1C762}"/>
          </ac:spMkLst>
        </pc:spChg>
        <pc:picChg chg="add mod">
          <ac:chgData name="Sruthi Bukke" userId="3c7b8deb468272bb" providerId="LiveId" clId="{BFAF1581-2145-4BC0-B692-0741B95F7BDF}" dt="2026-06-20T03:59:34.074" v="1174" actId="1036"/>
          <ac:picMkLst>
            <pc:docMk/>
            <pc:sldMk cId="2835994432" sldId="269"/>
            <ac:picMk id="4" creationId="{91833589-DC5D-4561-91CA-DDAF6B26A025}"/>
          </ac:picMkLst>
        </pc:picChg>
        <pc:picChg chg="add mod modCrop">
          <ac:chgData name="Sruthi Bukke" userId="3c7b8deb468272bb" providerId="LiveId" clId="{BFAF1581-2145-4BC0-B692-0741B95F7BDF}" dt="2026-06-18T11:53:27.939" v="833" actId="14100"/>
          <ac:picMkLst>
            <pc:docMk/>
            <pc:sldMk cId="2835994432" sldId="269"/>
            <ac:picMk id="5" creationId="{04708124-E1EF-D640-69EC-A0E947C3E8D9}"/>
          </ac:picMkLst>
        </pc:picChg>
        <pc:picChg chg="add mod">
          <ac:chgData name="Sruthi Bukke" userId="3c7b8deb468272bb" providerId="LiveId" clId="{BFAF1581-2145-4BC0-B692-0741B95F7BDF}" dt="2026-06-18T11:52:30.673" v="824" actId="1076"/>
          <ac:picMkLst>
            <pc:docMk/>
            <pc:sldMk cId="2835994432" sldId="269"/>
            <ac:picMk id="7" creationId="{B974F237-F532-1974-87DF-6CECC2B3061E}"/>
          </ac:picMkLst>
        </pc:picChg>
        <pc:picChg chg="add mod">
          <ac:chgData name="Sruthi Bukke" userId="3c7b8deb468272bb" providerId="LiveId" clId="{BFAF1581-2145-4BC0-B692-0741B95F7BDF}" dt="2026-06-18T12:00:19.796" v="882" actId="14100"/>
          <ac:picMkLst>
            <pc:docMk/>
            <pc:sldMk cId="2835994432" sldId="269"/>
            <ac:picMk id="9" creationId="{1CB58406-82CC-06AF-924A-EAF9A37DF7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5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8150-AF7D-2C1F-1836-49D5F2333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1CCCC-8167-5757-BA82-8C7994410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FCA53-5A08-476C-194A-06FADB76B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8704B-E150-66E5-36C4-01EFA945F9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0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563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ALFIDO TECH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646" y="9495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 Internship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77318" y="186118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663142"/>
            <a:ext cx="45720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17B6C-8244-EECB-F30D-D98473B9F8D0}"/>
              </a:ext>
            </a:extLst>
          </p:cNvPr>
          <p:cNvSpPr txBox="1"/>
          <p:nvPr/>
        </p:nvSpPr>
        <p:spPr>
          <a:xfrm>
            <a:off x="914400" y="2780417"/>
            <a:ext cx="4324662" cy="1315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92023">
              <a:spcBef>
                <a:spcPts val="300"/>
              </a:spcBef>
              <a:defRPr sz="11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rgbClr val="0070C0"/>
                </a:solidFill>
              </a:rPr>
              <a:t>Students Details</a:t>
            </a:r>
          </a:p>
          <a:p>
            <a:pPr defTabSz="192023">
              <a:spcBef>
                <a:spcPts val="300"/>
              </a:spcBef>
              <a:defRPr sz="11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Name :</a:t>
            </a:r>
            <a:r>
              <a:rPr lang="en-US" sz="18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B.Sruthi</a:t>
            </a: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defTabSz="192023">
              <a:spcBef>
                <a:spcPts val="300"/>
              </a:spcBef>
              <a:defRPr sz="11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reg.no:122411510118</a:t>
            </a:r>
          </a:p>
          <a:p>
            <a:pPr defTabSz="192023">
              <a:spcBef>
                <a:spcPts val="300"/>
              </a:spcBef>
              <a:defRPr sz="1133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Program: CSE-A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0235E-34F3-DC45-368F-83390E5BA903}"/>
              </a:ext>
            </a:extLst>
          </p:cNvPr>
          <p:cNvSpPr txBox="1"/>
          <p:nvPr/>
        </p:nvSpPr>
        <p:spPr>
          <a:xfrm>
            <a:off x="5141625" y="2563660"/>
            <a:ext cx="457200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rgbClr val="0070C0"/>
                </a:solidFill>
              </a:rPr>
              <a:t>Supervisor Details</a:t>
            </a: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Guide name : </a:t>
            </a:r>
            <a:r>
              <a:rPr lang="en-US" sz="18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Mr.Jacob</a:t>
            </a: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Navin </a:t>
            </a:r>
            <a:r>
              <a:rPr lang="en-US" sz="18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kumar</a:t>
            </a:r>
            <a:r>
              <a:rPr lang="en-US" sz="1800">
                <a:solidFill>
                  <a:schemeClr val="accent2">
                    <a:lumMod val="20000"/>
                    <a:lumOff val="80000"/>
                  </a:schemeClr>
                </a:solidFill>
              </a:rPr>
              <a:t> J</a:t>
            </a: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sz="1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Department of CSE</a:t>
            </a: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School of Technology</a:t>
            </a: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The Apollo University</a:t>
            </a:r>
          </a:p>
        </p:txBody>
      </p:sp>
      <p:pic>
        <p:nvPicPr>
          <p:cNvPr id="7" name="images.jpeg" descr="images.jpeg">
            <a:extLst>
              <a:ext uri="{FF2B5EF4-FFF2-40B4-BE49-F238E27FC236}">
                <a16:creationId xmlns:a16="http://schemas.microsoft.com/office/drawing/2014/main" id="{B4B04AA1-B598-5F97-B39D-BCD40A87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314" y="134911"/>
            <a:ext cx="1169234" cy="11692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was conducted at Alfido Tech as a Frontend Developer Intern for a duration of two months. The primary objective was to gain practical knowledge in frontend web development and understand real-world web project workflows.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learned and applied technologies such as HTML, CSS, and JavaScript to design and develop responsive web pages. I successfully completed two major projects: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professional personal portfolio website with sections for About, Skills, Projects, Education, and Contact, incorporating interactive features like smooth scrolling, navigation highlighting, and scroll-based animations.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 advanced to-do list application demonstrating DOM manipulation, event handling, and local storage implementation.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strengthened my understanding of web development concepts, improved problem-solving abilities, and provided hands-on experience in building user-friendly interfaces. I developed strong technical skills, project planning abilities, and confidence in developing frontend applications independently.</a:t>
            </a:r>
            <a:endParaRPr lang="en-US" sz="1200" dirty="0"/>
          </a:p>
        </p:txBody>
      </p:sp>
      <p:pic>
        <p:nvPicPr>
          <p:cNvPr id="6" name="images.jpeg" descr="images.jpeg">
            <a:extLst>
              <a:ext uri="{FF2B5EF4-FFF2-40B4-BE49-F238E27FC236}">
                <a16:creationId xmlns:a16="http://schemas.microsoft.com/office/drawing/2014/main" id="{3BAD667D-D98E-289D-2505-5858C86E7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658" y="0"/>
            <a:ext cx="1004342" cy="10043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This internship enhanced technical knowledge, problem-solving abilities, and confidence in developing real-world web applications.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2A214-D614-1472-A948-5FD68F9E836D}"/>
              </a:ext>
            </a:extLst>
          </p:cNvPr>
          <p:cNvSpPr txBox="1"/>
          <p:nvPr/>
        </p:nvSpPr>
        <p:spPr>
          <a:xfrm>
            <a:off x="959370" y="1229592"/>
            <a:ext cx="62434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Frontend development focuses on designing and developing the user interface of websites.</a:t>
            </a:r>
          </a:p>
          <a:p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It improves user experience through responsive and interactive web pages.</a:t>
            </a:r>
          </a:p>
          <a:p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Modern websites require attractive design and smooth functionality.</a:t>
            </a:r>
          </a:p>
          <a:p>
            <a:r>
              <a:rPr lang="en-IN" sz="1600" dirty="0">
                <a:latin typeface="+mj-lt"/>
              </a:rPr>
              <a:t>      HTML, CSS, and JavaScript are core technologies used in frontend                                    development.</a:t>
            </a:r>
          </a:p>
          <a:p>
            <a:endParaRPr lang="en-IN" sz="16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latin typeface="+mj-lt"/>
              </a:rPr>
              <a:t>This internship provided practical experience in developing real-world web applications.</a:t>
            </a:r>
          </a:p>
        </p:txBody>
      </p:sp>
      <p:pic>
        <p:nvPicPr>
          <p:cNvPr id="5" name="images.jpeg" descr="images.jpeg">
            <a:extLst>
              <a:ext uri="{FF2B5EF4-FFF2-40B4-BE49-F238E27FC236}">
                <a16:creationId xmlns:a16="http://schemas.microsoft.com/office/drawing/2014/main" id="{0D5E124C-5465-532B-FB21-D08EF8461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630" y="0"/>
            <a:ext cx="872918" cy="8729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A4902-DB46-9724-EDF2-E632F0340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C63042-7EDB-9207-DB48-3717E5A8C824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0A3331-3493-D130-194B-754AF4AFCF66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B1F48-9120-B1CF-440C-AF2597541F7F}"/>
              </a:ext>
            </a:extLst>
          </p:cNvPr>
          <p:cNvSpPr txBox="1"/>
          <p:nvPr/>
        </p:nvSpPr>
        <p:spPr>
          <a:xfrm>
            <a:off x="524655" y="1184223"/>
            <a:ext cx="684300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+mj-lt"/>
              </a:rPr>
              <a:t>Clear and concise definition of the problem:</a:t>
            </a: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Students often have theoretical knowledge of web development but lack practical experience in building real-world web applications. </a:t>
            </a:r>
          </a:p>
          <a:p>
            <a:pPr>
              <a:buNone/>
            </a:pPr>
            <a:r>
              <a:rPr lang="en-IN" sz="1600" b="1" dirty="0">
                <a:latin typeface="+mj-lt"/>
              </a:rPr>
              <a:t>Existing system limitations:</a:t>
            </a: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Limited hands-on exposure to frontend technologies.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Lack of experience in responsive design, API integration, and project deployment.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Insufficient knowledge of version control tools like Git and GitHub. </a:t>
            </a:r>
          </a:p>
          <a:p>
            <a:pPr>
              <a:buNone/>
            </a:pPr>
            <a:r>
              <a:rPr lang="en-IN" sz="1600" b="1" dirty="0">
                <a:latin typeface="+mj-lt"/>
              </a:rPr>
              <a:t>Need for the proposed solution:</a:t>
            </a:r>
            <a:endParaRPr lang="en-IN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To gain practical frontend development skills through real-time projects.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To learn how to design responsive and interactive websites.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+mj-lt"/>
              </a:rPr>
              <a:t>To understand industry-standard tools and workflows, including Git, GitHub, and project deployment.</a:t>
            </a:r>
          </a:p>
        </p:txBody>
      </p:sp>
      <p:pic>
        <p:nvPicPr>
          <p:cNvPr id="6" name="images.jpeg" descr="images.jpeg">
            <a:extLst>
              <a:ext uri="{FF2B5EF4-FFF2-40B4-BE49-F238E27FC236}">
                <a16:creationId xmlns:a16="http://schemas.microsoft.com/office/drawing/2014/main" id="{55F1EE54-0748-B330-DC6F-76FE1ACD0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028" y="14990"/>
            <a:ext cx="731520" cy="7315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9767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13C4A2C4-CB37-700B-6AEA-A76789397299}"/>
              </a:ext>
            </a:extLst>
          </p:cNvPr>
          <p:cNvSpPr/>
          <p:nvPr/>
        </p:nvSpPr>
        <p:spPr>
          <a:xfrm>
            <a:off x="0" y="1499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400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1CE9838-A536-9B79-FE47-C42BF9D28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93418"/>
              </p:ext>
            </p:extLst>
          </p:nvPr>
        </p:nvGraphicFramePr>
        <p:xfrm>
          <a:off x="2373762" y="1370013"/>
          <a:ext cx="4396476" cy="326231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732746">
                  <a:extLst>
                    <a:ext uri="{9D8B030D-6E8A-4147-A177-3AD203B41FA5}">
                      <a16:colId xmlns:a16="http://schemas.microsoft.com/office/drawing/2014/main" val="4021324339"/>
                    </a:ext>
                  </a:extLst>
                </a:gridCol>
                <a:gridCol w="732746">
                  <a:extLst>
                    <a:ext uri="{9D8B030D-6E8A-4147-A177-3AD203B41FA5}">
                      <a16:colId xmlns:a16="http://schemas.microsoft.com/office/drawing/2014/main" val="2683623392"/>
                    </a:ext>
                  </a:extLst>
                </a:gridCol>
                <a:gridCol w="732746">
                  <a:extLst>
                    <a:ext uri="{9D8B030D-6E8A-4147-A177-3AD203B41FA5}">
                      <a16:colId xmlns:a16="http://schemas.microsoft.com/office/drawing/2014/main" val="3344188967"/>
                    </a:ext>
                  </a:extLst>
                </a:gridCol>
                <a:gridCol w="732746">
                  <a:extLst>
                    <a:ext uri="{9D8B030D-6E8A-4147-A177-3AD203B41FA5}">
                      <a16:colId xmlns:a16="http://schemas.microsoft.com/office/drawing/2014/main" val="4089622584"/>
                    </a:ext>
                  </a:extLst>
                </a:gridCol>
                <a:gridCol w="732746">
                  <a:extLst>
                    <a:ext uri="{9D8B030D-6E8A-4147-A177-3AD203B41FA5}">
                      <a16:colId xmlns:a16="http://schemas.microsoft.com/office/drawing/2014/main" val="1889527810"/>
                    </a:ext>
                  </a:extLst>
                </a:gridCol>
                <a:gridCol w="732746">
                  <a:extLst>
                    <a:ext uri="{9D8B030D-6E8A-4147-A177-3AD203B41FA5}">
                      <a16:colId xmlns:a16="http://schemas.microsoft.com/office/drawing/2014/main" val="2868267042"/>
                    </a:ext>
                  </a:extLst>
                </a:gridCol>
              </a:tblGrid>
              <a:tr h="66265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743246"/>
                  </a:ext>
                </a:extLst>
              </a:tr>
              <a:tr h="96849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78873"/>
                  </a:ext>
                </a:extLst>
              </a:tr>
              <a:tr h="8155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815"/>
                  </a:ext>
                </a:extLst>
              </a:tr>
              <a:tr h="81557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000" dirty="0"/>
                    </a:p>
                  </a:txBody>
                  <a:tcPr marL="50974" marR="50974" marT="25487" marB="254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86159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990411E7-3941-97EA-BF34-ECD2CB1E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20"/>
          <a:stretch>
            <a:fillRect/>
          </a:stretch>
        </p:blipFill>
        <p:spPr>
          <a:xfrm>
            <a:off x="0" y="577291"/>
            <a:ext cx="9144000" cy="4631792"/>
          </a:xfrm>
          <a:prstGeom prst="rect">
            <a:avLst/>
          </a:prstGeom>
        </p:spPr>
      </p:pic>
      <p:pic>
        <p:nvPicPr>
          <p:cNvPr id="3" name="images.jpeg" descr="images.jpeg">
            <a:extLst>
              <a:ext uri="{FF2B5EF4-FFF2-40B4-BE49-F238E27FC236}">
                <a16:creationId xmlns:a16="http://schemas.microsoft.com/office/drawing/2014/main" id="{286D72FC-C0D9-15C3-564A-FDA8707361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462" y="0"/>
            <a:ext cx="618086" cy="618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2D507B41-9235-9829-D53E-990F64FE75D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pPr algn="ctr"/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49329C-E4FD-C952-03A1-A47EF89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621849"/>
              </p:ext>
            </p:extLst>
          </p:nvPr>
        </p:nvGraphicFramePr>
        <p:xfrm>
          <a:off x="899410" y="1712015"/>
          <a:ext cx="7878268" cy="1828800"/>
        </p:xfrm>
        <a:graphic>
          <a:graphicData uri="http://schemas.openxmlformats.org/drawingml/2006/table">
            <a:tbl>
              <a:tblPr/>
              <a:tblGrid>
                <a:gridCol w="3934918">
                  <a:extLst>
                    <a:ext uri="{9D8B030D-6E8A-4147-A177-3AD203B41FA5}">
                      <a16:colId xmlns:a16="http://schemas.microsoft.com/office/drawing/2014/main" val="4929049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453934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Existing Learning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Limitations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34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Theory-based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practical exposure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240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Static web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interactivity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846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deployment practice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 real-world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60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coding exercises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 project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689826"/>
                  </a:ext>
                </a:extLst>
              </a:tr>
            </a:tbl>
          </a:graphicData>
        </a:graphic>
      </p:graphicFrame>
      <p:pic>
        <p:nvPicPr>
          <p:cNvPr id="4" name="images.jpeg" descr="images.jpeg">
            <a:extLst>
              <a:ext uri="{FF2B5EF4-FFF2-40B4-BE49-F238E27FC236}">
                <a16:creationId xmlns:a16="http://schemas.microsoft.com/office/drawing/2014/main" id="{DCF5D25C-C7F8-2999-6664-A3F2946B9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967" y="0"/>
            <a:ext cx="625581" cy="6255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354807-CA97-34A3-0A1A-5CFFBA5C4B56}"/>
              </a:ext>
            </a:extLst>
          </p:cNvPr>
          <p:cNvSpPr txBox="1"/>
          <p:nvPr/>
        </p:nvSpPr>
        <p:spPr>
          <a:xfrm>
            <a:off x="719527" y="1042854"/>
            <a:ext cx="60860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design and develop responsive and user-friendly web applications using HTML, CSS, and JavaScript.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improve frontend development skills through hands-on project implementation and real-world problem solving.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gain practical experience in DOM manipulation, API integration, and responsive web design.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learn version control and project management using Git and GitHub.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deploy web applications using GitHub Pages and understand the complete development workflow.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To evaluate the developed projects based on functionality, responsiveness, usability, and performance</a:t>
            </a:r>
            <a:r>
              <a:rPr lang="en-IN" dirty="0"/>
              <a:t>.</a:t>
            </a:r>
          </a:p>
        </p:txBody>
      </p:sp>
      <p:pic>
        <p:nvPicPr>
          <p:cNvPr id="5" name="images.jpeg" descr="images.jpeg">
            <a:extLst>
              <a:ext uri="{FF2B5EF4-FFF2-40B4-BE49-F238E27FC236}">
                <a16:creationId xmlns:a16="http://schemas.microsoft.com/office/drawing/2014/main" id="{CB371C7A-9927-CC06-99C6-6531C5E9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46" y="0"/>
            <a:ext cx="745502" cy="745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151759ED-C432-D12B-73FD-F66F0835B9CD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20F53-6C2C-2D11-9A0B-5A8B5C44B1D4}"/>
              </a:ext>
            </a:extLst>
          </p:cNvPr>
          <p:cNvSpPr txBox="1"/>
          <p:nvPr/>
        </p:nvSpPr>
        <p:spPr>
          <a:xfrm>
            <a:off x="5495770" y="2068405"/>
            <a:ext cx="3191030" cy="1754326"/>
          </a:xfrm>
          <a:prstGeom prst="rect">
            <a:avLst/>
          </a:prstGeom>
        </p:spPr>
        <p:style>
          <a:lnRef idx="3">
            <a:schemeClr val="lt1"/>
          </a:lnRef>
          <a:fillRef idx="1001">
            <a:schemeClr val="dk2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Practical learning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Responsive design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GitHub knowledge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Deployment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Better UI development skills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ED7EF-398B-904A-DF13-826FD389B26D}"/>
              </a:ext>
            </a:extLst>
          </p:cNvPr>
          <p:cNvSpPr txBox="1"/>
          <p:nvPr/>
        </p:nvSpPr>
        <p:spPr>
          <a:xfrm>
            <a:off x="230475" y="963997"/>
            <a:ext cx="4793104" cy="369331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Learning Resources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HTML &amp; CSS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Responsive Portfolio Website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To-Do List Application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Git &amp; GitHub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GitHub Pages Deployment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Frontend Developer Skills</a:t>
            </a:r>
          </a:p>
        </p:txBody>
      </p:sp>
      <p:pic>
        <p:nvPicPr>
          <p:cNvPr id="4" name="images.jpeg" descr="images.jpeg">
            <a:extLst>
              <a:ext uri="{FF2B5EF4-FFF2-40B4-BE49-F238E27FC236}">
                <a16:creationId xmlns:a16="http://schemas.microsoft.com/office/drawing/2014/main" id="{1E9BFB67-3FB6-5E9A-53A7-1C1F3C30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125" y="0"/>
            <a:ext cx="865423" cy="8654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5F6A8FBD-0103-A3C2-48E6-951F14DC10D4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IN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0E031-84DF-01E8-0F73-D300ACAAD85F}"/>
              </a:ext>
            </a:extLst>
          </p:cNvPr>
          <p:cNvSpPr txBox="1"/>
          <p:nvPr/>
        </p:nvSpPr>
        <p:spPr>
          <a:xfrm>
            <a:off x="2261641" y="881709"/>
            <a:ext cx="4620718" cy="3970318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800" dirty="0"/>
              <a:t>📚 Learning Resources</a:t>
            </a:r>
          </a:p>
          <a:p>
            <a:r>
              <a:rPr lang="en-IN" sz="1800" dirty="0"/>
              <a:t>(W3Schools, </a:t>
            </a:r>
            <a:r>
              <a:rPr lang="en-IN" sz="1800" dirty="0" err="1"/>
              <a:t>FreeCodeCamp</a:t>
            </a:r>
            <a:r>
              <a:rPr lang="en-IN" sz="1800" dirty="0"/>
              <a:t>, Online Tutorials)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💻 HTML &amp; CSS 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🎨 Responsive Portfolio Website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📝 To-Do List Application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🐙 Git &amp; GitHub Version Control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🚀 GitHub Pages Deployment</a:t>
            </a:r>
          </a:p>
          <a:p>
            <a:r>
              <a:rPr lang="en-IN" sz="1800" dirty="0"/>
              <a:t>                    ↓</a:t>
            </a:r>
          </a:p>
          <a:p>
            <a:r>
              <a:rPr lang="en-IN" sz="1800" dirty="0"/>
              <a:t>👨‍💻 Frontend Developer Skills</a:t>
            </a:r>
            <a:endParaRPr lang="en-IN" dirty="0"/>
          </a:p>
        </p:txBody>
      </p:sp>
      <p:pic>
        <p:nvPicPr>
          <p:cNvPr id="3" name="images.jpeg" descr="images.jpeg">
            <a:extLst>
              <a:ext uri="{FF2B5EF4-FFF2-40B4-BE49-F238E27FC236}">
                <a16:creationId xmlns:a16="http://schemas.microsoft.com/office/drawing/2014/main" id="{4E68DB02-A83D-9133-9B98-60F22BE31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580" y="0"/>
            <a:ext cx="797968" cy="797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IN" sz="2400" dirty="0">
                <a:solidFill>
                  <a:schemeClr val="accent1">
                    <a:lumMod val="75000"/>
                  </a:schemeClr>
                </a:solidFill>
              </a:rPr>
              <a:t>WORK COMPLETED SO FAR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300" y="801824"/>
            <a:ext cx="2011680" cy="2560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" y="1331695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208198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Covered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22647" y="850524"/>
            <a:ext cx="2011680" cy="2560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51760" y="131428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753317" y="204667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82830" y="832386"/>
            <a:ext cx="2011680" cy="2560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19182" y="1270398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852160" y="201134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9808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Main Internship Homepage:</a:t>
            </a:r>
          </a:p>
          <a:p>
            <a:r>
              <a:rPr lang="en-US" sz="1400" dirty="0"/>
              <a:t>https://sruthi0622.github.io/Alfido-Tech-Internship/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76D1A-E866-BAE8-1463-9BD669DAAC4D}"/>
              </a:ext>
            </a:extLst>
          </p:cNvPr>
          <p:cNvSpPr txBox="1"/>
          <p:nvPr/>
        </p:nvSpPr>
        <p:spPr>
          <a:xfrm>
            <a:off x="2379688" y="3335838"/>
            <a:ext cx="490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🌐 </a:t>
            </a:r>
            <a:r>
              <a:rPr lang="en-IN" b="1" dirty="0"/>
              <a:t>Live Website Link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2E4D97-0540-60BC-426E-D0A62840D672}"/>
              </a:ext>
            </a:extLst>
          </p:cNvPr>
          <p:cNvSpPr txBox="1"/>
          <p:nvPr/>
        </p:nvSpPr>
        <p:spPr>
          <a:xfrm>
            <a:off x="4389120" y="3725080"/>
            <a:ext cx="4620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Portfolio Project:</a:t>
            </a:r>
          </a:p>
          <a:p>
            <a:r>
              <a:rPr lang="en-IN" sz="1400" dirty="0"/>
              <a:t>https://sruthi0622.github.io/Alfido-TechInternship/Portfolio/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68CB82-FA8C-E93B-67B9-96E923A55A39}"/>
              </a:ext>
            </a:extLst>
          </p:cNvPr>
          <p:cNvSpPr txBox="1"/>
          <p:nvPr/>
        </p:nvSpPr>
        <p:spPr>
          <a:xfrm>
            <a:off x="274320" y="4533704"/>
            <a:ext cx="5577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To-Do List Project:</a:t>
            </a:r>
          </a:p>
          <a:p>
            <a:r>
              <a:rPr lang="en-IN" sz="1400" dirty="0"/>
              <a:t>https://sruthi0622.github.io/Alfido-Tech-Internship/todo-list/</a:t>
            </a:r>
          </a:p>
        </p:txBody>
      </p:sp>
      <p:pic>
        <p:nvPicPr>
          <p:cNvPr id="14" name="images.jpeg" descr="images.jpeg">
            <a:extLst>
              <a:ext uri="{FF2B5EF4-FFF2-40B4-BE49-F238E27FC236}">
                <a16:creationId xmlns:a16="http://schemas.microsoft.com/office/drawing/2014/main" id="{E9C4CFAE-0AEF-58D9-8FDC-978A19A9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028" y="0"/>
            <a:ext cx="731520" cy="731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8ED70FE-353C-F99C-7B72-3BD21B3145A6}"/>
              </a:ext>
            </a:extLst>
          </p:cNvPr>
          <p:cNvSpPr/>
          <p:nvPr/>
        </p:nvSpPr>
        <p:spPr>
          <a:xfrm>
            <a:off x="0" y="2998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Output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08124-E1EF-D640-69EC-A0E947C3E8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27"/>
          <a:stretch>
            <a:fillRect/>
          </a:stretch>
        </p:blipFill>
        <p:spPr>
          <a:xfrm>
            <a:off x="115950" y="3102212"/>
            <a:ext cx="4456049" cy="1919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4F237-F532-1974-87DF-6CECC2B30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50" y="824458"/>
            <a:ext cx="4456050" cy="21979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B58406-82CC-06AF-924A-EAF9A37DF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359" y="807314"/>
            <a:ext cx="4319810" cy="27678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BC022A9-AAB1-06FF-B298-22E5FC545FAB}"/>
              </a:ext>
            </a:extLst>
          </p:cNvPr>
          <p:cNvSpPr txBox="1"/>
          <p:nvPr/>
        </p:nvSpPr>
        <p:spPr>
          <a:xfrm>
            <a:off x="2029293" y="1245019"/>
            <a:ext cx="4650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B0F0"/>
                </a:solidFill>
                <a:highlight>
                  <a:srgbClr val="C0C0C0"/>
                </a:highlight>
              </a:rPr>
              <a:t>Portfolio Website 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4C2927-C4F4-97EA-96F9-14C18DBA08E5}"/>
              </a:ext>
            </a:extLst>
          </p:cNvPr>
          <p:cNvSpPr txBox="1"/>
          <p:nvPr/>
        </p:nvSpPr>
        <p:spPr>
          <a:xfrm>
            <a:off x="5240936" y="3529149"/>
            <a:ext cx="4650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highlight>
                  <a:srgbClr val="C0C0C0"/>
                </a:highlight>
              </a:rPr>
              <a:t>To-Do List Application Output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41124B-CFBB-C764-458D-E3E851D1C762}"/>
              </a:ext>
            </a:extLst>
          </p:cNvPr>
          <p:cNvSpPr txBox="1"/>
          <p:nvPr/>
        </p:nvSpPr>
        <p:spPr>
          <a:xfrm>
            <a:off x="1523375" y="4541621"/>
            <a:ext cx="5025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highlight>
                  <a:srgbClr val="C0C0C0"/>
                </a:highlight>
              </a:rPr>
              <a:t>Internship Homepage Output</a:t>
            </a:r>
          </a:p>
        </p:txBody>
      </p:sp>
      <p:pic>
        <p:nvPicPr>
          <p:cNvPr id="4" name="images.jpeg" descr="images.jpeg">
            <a:extLst>
              <a:ext uri="{FF2B5EF4-FFF2-40B4-BE49-F238E27FC236}">
                <a16:creationId xmlns:a16="http://schemas.microsoft.com/office/drawing/2014/main" id="{91833589-DC5D-4561-91CA-DDAF6B26A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570" y="7495"/>
            <a:ext cx="782978" cy="78297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5994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E45BFB59-BBC3-9A21-0558-EEA7196F1FB9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r>
              <a:rPr lang="en-IN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IN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8F37BF1-223C-EFFF-A8C3-83A00D8C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29" b="10383"/>
          <a:stretch>
            <a:fillRect/>
          </a:stretch>
        </p:blipFill>
        <p:spPr>
          <a:xfrm>
            <a:off x="811811" y="944379"/>
            <a:ext cx="7715250" cy="3785017"/>
          </a:xfrm>
          <a:prstGeom prst="rect">
            <a:avLst/>
          </a:prstGeom>
        </p:spPr>
      </p:pic>
      <p:pic>
        <p:nvPicPr>
          <p:cNvPr id="3" name="images.jpeg" descr="images.jpeg">
            <a:extLst>
              <a:ext uri="{FF2B5EF4-FFF2-40B4-BE49-F238E27FC236}">
                <a16:creationId xmlns:a16="http://schemas.microsoft.com/office/drawing/2014/main" id="{5138961F-23E5-8E4F-0763-40D3E5BD7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590" y="0"/>
            <a:ext cx="812958" cy="8129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286000" y="3108960"/>
            <a:ext cx="457200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s.jpeg" descr="images.jpeg">
            <a:extLst>
              <a:ext uri="{FF2B5EF4-FFF2-40B4-BE49-F238E27FC236}">
                <a16:creationId xmlns:a16="http://schemas.microsoft.com/office/drawing/2014/main" id="{F4E23954-37D4-3243-4690-EC22FAC2D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662" y="0"/>
            <a:ext cx="936886" cy="93688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216</TotalTime>
  <Words>697</Words>
  <Application>Microsoft Office PowerPoint</Application>
  <PresentationFormat>On-screen Show (16:9)</PresentationFormat>
  <Paragraphs>130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Sruthi Bukke</cp:lastModifiedBy>
  <cp:revision>1</cp:revision>
  <dcterms:created xsi:type="dcterms:W3CDTF">2026-06-16T09:40:51Z</dcterms:created>
  <dcterms:modified xsi:type="dcterms:W3CDTF">2026-06-20T04:26:01Z</dcterms:modified>
</cp:coreProperties>
</file>